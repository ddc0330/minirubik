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"/>
  </p:notesMasterIdLst>
  <p:sldIdLst>
    <p:sldId id="256" r:id="rId2"/>
    <p:sldId id="261" r:id="rId3"/>
    <p:sldId id="263" r:id="rId4"/>
    <p:sldId id="264" r:id="rId5"/>
    <p:sldId id="267" r:id="rId6"/>
  </p:sldIdLst>
  <p:sldSz cx="18288000" cy="10287000"/>
  <p:notesSz cx="6858000" cy="9144000"/>
  <p:embeddedFontLst>
    <p:embeddedFont>
      <p:font typeface="Open Sauce" panose="02020500000000000000" charset="0"/>
      <p:regular r:id="rId8"/>
    </p:embeddedFont>
    <p:embeddedFont>
      <p:font typeface="Wingdings 2" panose="05020102010507070707" pitchFamily="18" charset="2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1DD1947-2A7C-7001-C728-1039F9ED413E}" name="wang alan" initials="wa" userId="51e99e2e94956203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2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B83DE6-A8E1-4C0A-BE9F-AB8617E7171F}" v="42" dt="2026-10-17T06:22:47.5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79465" autoAdjust="0"/>
  </p:normalViewPr>
  <p:slideViewPr>
    <p:cSldViewPr>
      <p:cViewPr varScale="1">
        <p:scale>
          <a:sx n="47" d="100"/>
          <a:sy n="47" d="100"/>
        </p:scale>
        <p:origin x="1138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ng alan" userId="51e99e2e94956203" providerId="LiveId" clId="{56FB0A0C-498E-447B-9ADC-A41E73C76505}"/>
    <pc:docChg chg="undo custSel addSld delSld modSld sldOrd">
      <pc:chgData name="wang alan" userId="51e99e2e94956203" providerId="LiveId" clId="{56FB0A0C-498E-447B-9ADC-A41E73C76505}" dt="2026-10-17T06:25:09.325" v="3032" actId="47"/>
      <pc:docMkLst>
        <pc:docMk/>
      </pc:docMkLst>
      <pc:sldChg chg="addSp delSp modSp mod modNotesTx">
        <pc:chgData name="wang alan" userId="51e99e2e94956203" providerId="LiveId" clId="{56FB0A0C-498E-447B-9ADC-A41E73C76505}" dt="2026-10-17T05:48:17.024" v="2734" actId="113"/>
        <pc:sldMkLst>
          <pc:docMk/>
          <pc:sldMk cId="0" sldId="256"/>
        </pc:sldMkLst>
        <pc:spChg chg="mod">
          <ac:chgData name="wang alan" userId="51e99e2e94956203" providerId="LiveId" clId="{56FB0A0C-498E-447B-9ADC-A41E73C76505}" dt="2026-10-17T05:48:17.024" v="2734" actId="113"/>
          <ac:spMkLst>
            <pc:docMk/>
            <pc:sldMk cId="0" sldId="256"/>
            <ac:spMk id="3" creationId="{00000000-0000-0000-0000-000000000000}"/>
          </ac:spMkLst>
        </pc:spChg>
        <pc:spChg chg="mod">
          <ac:chgData name="wang alan" userId="51e99e2e94956203" providerId="LiveId" clId="{56FB0A0C-498E-447B-9ADC-A41E73C76505}" dt="2026-10-17T05:36:46.781" v="2662"/>
          <ac:spMkLst>
            <pc:docMk/>
            <pc:sldMk cId="0" sldId="256"/>
            <ac:spMk id="4" creationId="{00000000-0000-0000-0000-000000000000}"/>
          </ac:spMkLst>
        </pc:spChg>
        <pc:spChg chg="mod">
          <ac:chgData name="wang alan" userId="51e99e2e94956203" providerId="LiveId" clId="{56FB0A0C-498E-447B-9ADC-A41E73C76505}" dt="2026-10-17T05:32:58.153" v="2647" actId="20577"/>
          <ac:spMkLst>
            <pc:docMk/>
            <pc:sldMk cId="0" sldId="256"/>
            <ac:spMk id="5" creationId="{00000000-0000-0000-0000-000000000000}"/>
          </ac:spMkLst>
        </pc:spChg>
        <pc:spChg chg="add mod">
          <ac:chgData name="wang alan" userId="51e99e2e94956203" providerId="LiveId" clId="{56FB0A0C-498E-447B-9ADC-A41E73C76505}" dt="2026-10-17T05:36:13.369" v="2659" actId="1076"/>
          <ac:spMkLst>
            <pc:docMk/>
            <pc:sldMk cId="0" sldId="256"/>
            <ac:spMk id="8" creationId="{4E8F31F1-FD33-0E2D-A5F0-A9036961471E}"/>
          </ac:spMkLst>
        </pc:spChg>
      </pc:sldChg>
      <pc:sldChg chg="addSp delSp modSp mod modNotesTx">
        <pc:chgData name="wang alan" userId="51e99e2e94956203" providerId="LiveId" clId="{56FB0A0C-498E-447B-9ADC-A41E73C76505}" dt="2026-10-17T05:55:50.616" v="2827" actId="242"/>
        <pc:sldMkLst>
          <pc:docMk/>
          <pc:sldMk cId="0" sldId="261"/>
        </pc:sldMkLst>
        <pc:spChg chg="add mod">
          <ac:chgData name="wang alan" userId="51e99e2e94956203" providerId="LiveId" clId="{56FB0A0C-498E-447B-9ADC-A41E73C76505}" dt="2026-10-17T05:55:48.616" v="2826" actId="242"/>
          <ac:spMkLst>
            <pc:docMk/>
            <pc:sldMk cId="0" sldId="261"/>
            <ac:spMk id="2" creationId="{2EDC2889-B4F9-A447-C9A2-ABBB9F7CCB1A}"/>
          </ac:spMkLst>
        </pc:spChg>
        <pc:spChg chg="del mod">
          <ac:chgData name="wang alan" userId="51e99e2e94956203" providerId="LiveId" clId="{56FB0A0C-498E-447B-9ADC-A41E73C76505}" dt="2026-10-17T05:40:17.537" v="2674" actId="478"/>
          <ac:spMkLst>
            <pc:docMk/>
            <pc:sldMk cId="0" sldId="261"/>
            <ac:spMk id="3" creationId="{B406FE59-5D53-331D-51A1-A65DF2C88C3A}"/>
          </ac:spMkLst>
        </pc:spChg>
        <pc:spChg chg="add del">
          <ac:chgData name="wang alan" userId="51e99e2e94956203" providerId="LiveId" clId="{56FB0A0C-498E-447B-9ADC-A41E73C76505}" dt="2026-10-01T02:00:46.931" v="1784" actId="478"/>
          <ac:spMkLst>
            <pc:docMk/>
            <pc:sldMk cId="0" sldId="261"/>
            <ac:spMk id="4" creationId="{00000000-0000-0000-0000-000000000000}"/>
          </ac:spMkLst>
        </pc:spChg>
        <pc:spChg chg="add mod">
          <ac:chgData name="wang alan" userId="51e99e2e94956203" providerId="LiveId" clId="{56FB0A0C-498E-447B-9ADC-A41E73C76505}" dt="2026-10-17T05:55:50.616" v="2827" actId="242"/>
          <ac:spMkLst>
            <pc:docMk/>
            <pc:sldMk cId="0" sldId="261"/>
            <ac:spMk id="6" creationId="{D11F2D25-02DA-B4B2-2E78-CD3A39DDA6DC}"/>
          </ac:spMkLst>
        </pc:spChg>
        <pc:spChg chg="add del mod">
          <ac:chgData name="wang alan" userId="51e99e2e94956203" providerId="LiveId" clId="{56FB0A0C-498E-447B-9ADC-A41E73C76505}" dt="2026-10-17T05:52:19.291" v="2768" actId="478"/>
          <ac:spMkLst>
            <pc:docMk/>
            <pc:sldMk cId="0" sldId="261"/>
            <ac:spMk id="8" creationId="{E00FFAB9-0A6C-3AA1-F663-A0D1216DF5A8}"/>
          </ac:spMkLst>
        </pc:spChg>
        <pc:spChg chg="add del mod">
          <ac:chgData name="wang alan" userId="51e99e2e94956203" providerId="LiveId" clId="{56FB0A0C-498E-447B-9ADC-A41E73C76505}" dt="2026-10-17T05:52:16.298" v="2766" actId="22"/>
          <ac:spMkLst>
            <pc:docMk/>
            <pc:sldMk cId="0" sldId="261"/>
            <ac:spMk id="10" creationId="{C76F19F8-F19E-E4E1-B9A5-5104B8CD54D0}"/>
          </ac:spMkLst>
        </pc:spChg>
        <pc:spChg chg="mod">
          <ac:chgData name="wang alan" userId="51e99e2e94956203" providerId="LiveId" clId="{56FB0A0C-498E-447B-9ADC-A41E73C76505}" dt="2026-10-17T05:48:31.681" v="2735" actId="113"/>
          <ac:spMkLst>
            <pc:docMk/>
            <pc:sldMk cId="0" sldId="261"/>
            <ac:spMk id="21" creationId="{042C7A46-BF86-EE99-4753-B658E38D6EEE}"/>
          </ac:spMkLst>
        </pc:spChg>
      </pc:sldChg>
      <pc:sldChg chg="add del setBg">
        <pc:chgData name="wang alan" userId="51e99e2e94956203" providerId="LiveId" clId="{56FB0A0C-498E-447B-9ADC-A41E73C76505}" dt="2026-10-17T05:47:34.974" v="2732" actId="47"/>
        <pc:sldMkLst>
          <pc:docMk/>
          <pc:sldMk cId="2374101309" sldId="262"/>
        </pc:sldMkLst>
      </pc:sldChg>
      <pc:sldChg chg="add del setBg">
        <pc:chgData name="wang alan" userId="51e99e2e94956203" providerId="LiveId" clId="{56FB0A0C-498E-447B-9ADC-A41E73C76505}" dt="2026-10-17T05:47:29.916" v="2730"/>
        <pc:sldMkLst>
          <pc:docMk/>
          <pc:sldMk cId="1561451606" sldId="263"/>
        </pc:sldMkLst>
      </pc:sldChg>
      <pc:sldChg chg="addSp delSp modSp add mod">
        <pc:chgData name="wang alan" userId="51e99e2e94956203" providerId="LiveId" clId="{56FB0A0C-498E-447B-9ADC-A41E73C76505}" dt="2026-10-17T06:13:26.933" v="2948" actId="1035"/>
        <pc:sldMkLst>
          <pc:docMk/>
          <pc:sldMk cId="3848724085" sldId="263"/>
        </pc:sldMkLst>
        <pc:spChg chg="del">
          <ac:chgData name="wang alan" userId="51e99e2e94956203" providerId="LiveId" clId="{56FB0A0C-498E-447B-9ADC-A41E73C76505}" dt="2026-10-17T05:49:05.811" v="2737" actId="478"/>
          <ac:spMkLst>
            <pc:docMk/>
            <pc:sldMk cId="3848724085" sldId="263"/>
            <ac:spMk id="2" creationId="{16FB652D-A4A9-B0F8-7799-5028C6391B6D}"/>
          </ac:spMkLst>
        </pc:spChg>
        <pc:spChg chg="mod">
          <ac:chgData name="wang alan" userId="51e99e2e94956203" providerId="LiveId" clId="{56FB0A0C-498E-447B-9ADC-A41E73C76505}" dt="2026-10-17T05:58:15.931" v="2860" actId="20577"/>
          <ac:spMkLst>
            <pc:docMk/>
            <pc:sldMk cId="3848724085" sldId="263"/>
            <ac:spMk id="4" creationId="{882F3367-1F58-89B2-1BB5-2BB180B50A5F}"/>
          </ac:spMkLst>
        </pc:spChg>
        <pc:spChg chg="add mod">
          <ac:chgData name="wang alan" userId="51e99e2e94956203" providerId="LiveId" clId="{56FB0A0C-498E-447B-9ADC-A41E73C76505}" dt="2026-10-17T06:13:25.424" v="2946" actId="1035"/>
          <ac:spMkLst>
            <pc:docMk/>
            <pc:sldMk cId="3848724085" sldId="263"/>
            <ac:spMk id="5" creationId="{7EA68673-D932-5203-00FC-DDE491E588BB}"/>
          </ac:spMkLst>
        </pc:spChg>
        <pc:spChg chg="del">
          <ac:chgData name="wang alan" userId="51e99e2e94956203" providerId="LiveId" clId="{56FB0A0C-498E-447B-9ADC-A41E73C76505}" dt="2026-10-17T05:49:06.931" v="2738" actId="478"/>
          <ac:spMkLst>
            <pc:docMk/>
            <pc:sldMk cId="3848724085" sldId="263"/>
            <ac:spMk id="6" creationId="{829D40DA-163E-A17C-2517-2932567F05B0}"/>
          </ac:spMkLst>
        </pc:spChg>
        <pc:spChg chg="add mod">
          <ac:chgData name="wang alan" userId="51e99e2e94956203" providerId="LiveId" clId="{56FB0A0C-498E-447B-9ADC-A41E73C76505}" dt="2026-10-17T05:55:46.008" v="2825" actId="242"/>
          <ac:spMkLst>
            <pc:docMk/>
            <pc:sldMk cId="3848724085" sldId="263"/>
            <ac:spMk id="8" creationId="{D459FF93-2E9E-FBE6-57F5-AC715F7EE395}"/>
          </ac:spMkLst>
        </pc:spChg>
        <pc:spChg chg="add mod">
          <ac:chgData name="wang alan" userId="51e99e2e94956203" providerId="LiveId" clId="{56FB0A0C-498E-447B-9ADC-A41E73C76505}" dt="2026-10-17T05:56:24.811" v="2839" actId="20577"/>
          <ac:spMkLst>
            <pc:docMk/>
            <pc:sldMk cId="3848724085" sldId="263"/>
            <ac:spMk id="10" creationId="{59436E4F-C3A3-E181-98CC-EE265E17A38C}"/>
          </ac:spMkLst>
        </pc:spChg>
        <pc:spChg chg="add mod">
          <ac:chgData name="wang alan" userId="51e99e2e94956203" providerId="LiveId" clId="{56FB0A0C-498E-447B-9ADC-A41E73C76505}" dt="2026-10-17T06:13:26.933" v="2948" actId="1035"/>
          <ac:spMkLst>
            <pc:docMk/>
            <pc:sldMk cId="3848724085" sldId="263"/>
            <ac:spMk id="14" creationId="{0B2114E6-5D8C-453D-1BE9-BBFAD556671A}"/>
          </ac:spMkLst>
        </pc:spChg>
        <pc:spChg chg="add mod">
          <ac:chgData name="wang alan" userId="51e99e2e94956203" providerId="LiveId" clId="{56FB0A0C-498E-447B-9ADC-A41E73C76505}" dt="2026-10-17T05:57:30.697" v="2850" actId="1076"/>
          <ac:spMkLst>
            <pc:docMk/>
            <pc:sldMk cId="3848724085" sldId="263"/>
            <ac:spMk id="16" creationId="{51D38A97-4311-33EA-1654-131C4FEB23D4}"/>
          </ac:spMkLst>
        </pc:spChg>
        <pc:spChg chg="add mod">
          <ac:chgData name="wang alan" userId="51e99e2e94956203" providerId="LiveId" clId="{56FB0A0C-498E-447B-9ADC-A41E73C76505}" dt="2026-10-17T05:58:08.441" v="2857" actId="1076"/>
          <ac:spMkLst>
            <pc:docMk/>
            <pc:sldMk cId="3848724085" sldId="263"/>
            <ac:spMk id="18" creationId="{058EB2B1-7D39-47CE-94A3-4D16CAB74E29}"/>
          </ac:spMkLst>
        </pc:spChg>
        <pc:spChg chg="add del mod">
          <ac:chgData name="wang alan" userId="51e99e2e94956203" providerId="LiveId" clId="{56FB0A0C-498E-447B-9ADC-A41E73C76505}" dt="2026-10-17T05:53:20.495" v="2788" actId="478"/>
          <ac:spMkLst>
            <pc:docMk/>
            <pc:sldMk cId="3848724085" sldId="263"/>
            <ac:spMk id="20" creationId="{D074465D-AFA6-2350-BA26-ACB9A299F47E}"/>
          </ac:spMkLst>
        </pc:spChg>
        <pc:spChg chg="mod">
          <ac:chgData name="wang alan" userId="51e99e2e94956203" providerId="LiveId" clId="{56FB0A0C-498E-447B-9ADC-A41E73C76505}" dt="2026-10-17T05:48:36.371" v="2736" actId="113"/>
          <ac:spMkLst>
            <pc:docMk/>
            <pc:sldMk cId="3848724085" sldId="263"/>
            <ac:spMk id="21" creationId="{AC640DCE-E9D2-9F24-9046-EF67761A8E92}"/>
          </ac:spMkLst>
        </pc:spChg>
        <pc:spChg chg="add del mod">
          <ac:chgData name="wang alan" userId="51e99e2e94956203" providerId="LiveId" clId="{56FB0A0C-498E-447B-9ADC-A41E73C76505}" dt="2026-10-17T05:53:33.373" v="2792" actId="478"/>
          <ac:spMkLst>
            <pc:docMk/>
            <pc:sldMk cId="3848724085" sldId="263"/>
            <ac:spMk id="24" creationId="{06838F37-A02D-2046-C00A-61EC8BCC2C91}"/>
          </ac:spMkLst>
        </pc:spChg>
        <pc:spChg chg="add del mod">
          <ac:chgData name="wang alan" userId="51e99e2e94956203" providerId="LiveId" clId="{56FB0A0C-498E-447B-9ADC-A41E73C76505}" dt="2026-10-17T05:54:09.021" v="2809" actId="478"/>
          <ac:spMkLst>
            <pc:docMk/>
            <pc:sldMk cId="3848724085" sldId="263"/>
            <ac:spMk id="26" creationId="{5E550796-665C-2569-9FA8-FB12E2F5F137}"/>
          </ac:spMkLst>
        </pc:spChg>
        <pc:cxnChg chg="add del">
          <ac:chgData name="wang alan" userId="51e99e2e94956203" providerId="LiveId" clId="{56FB0A0C-498E-447B-9ADC-A41E73C76505}" dt="2026-10-17T05:51:06.281" v="2751" actId="11529"/>
          <ac:cxnSpMkLst>
            <pc:docMk/>
            <pc:sldMk cId="3848724085" sldId="263"/>
            <ac:cxnSpMk id="12" creationId="{C79385AF-2782-E4D5-D19A-A079F3BA9417}"/>
          </ac:cxnSpMkLst>
        </pc:cxnChg>
        <pc:cxnChg chg="add mod">
          <ac:chgData name="wang alan" userId="51e99e2e94956203" providerId="LiveId" clId="{56FB0A0C-498E-447B-9ADC-A41E73C76505}" dt="2026-10-17T05:56:44.602" v="2841" actId="13822"/>
          <ac:cxnSpMkLst>
            <pc:docMk/>
            <pc:sldMk cId="3848724085" sldId="263"/>
            <ac:cxnSpMk id="28" creationId="{CB819D16-4466-D90F-5A90-E9A3F9353143}"/>
          </ac:cxnSpMkLst>
        </pc:cxnChg>
        <pc:cxnChg chg="add mod">
          <ac:chgData name="wang alan" userId="51e99e2e94956203" providerId="LiveId" clId="{56FB0A0C-498E-447B-9ADC-A41E73C76505}" dt="2026-10-17T05:56:53.975" v="2843" actId="1076"/>
          <ac:cxnSpMkLst>
            <pc:docMk/>
            <pc:sldMk cId="3848724085" sldId="263"/>
            <ac:cxnSpMk id="29" creationId="{65330F16-36E9-8E4E-A598-56198E3213B5}"/>
          </ac:cxnSpMkLst>
        </pc:cxnChg>
      </pc:sldChg>
      <pc:sldChg chg="add del setBg">
        <pc:chgData name="wang alan" userId="51e99e2e94956203" providerId="LiveId" clId="{56FB0A0C-498E-447B-9ADC-A41E73C76505}" dt="2026-10-17T05:58:49.351" v="2862" actId="47"/>
        <pc:sldMkLst>
          <pc:docMk/>
          <pc:sldMk cId="2458782243" sldId="264"/>
        </pc:sldMkLst>
      </pc:sldChg>
      <pc:sldChg chg="addSp delSp modSp add mod">
        <pc:chgData name="wang alan" userId="51e99e2e94956203" providerId="LiveId" clId="{56FB0A0C-498E-447B-9ADC-A41E73C76505}" dt="2026-10-17T06:22:02.054" v="3020"/>
        <pc:sldMkLst>
          <pc:docMk/>
          <pc:sldMk cId="2512081661" sldId="264"/>
        </pc:sldMkLst>
        <pc:spChg chg="mod">
          <ac:chgData name="wang alan" userId="51e99e2e94956203" providerId="LiveId" clId="{56FB0A0C-498E-447B-9ADC-A41E73C76505}" dt="2026-10-17T06:22:02.054" v="3020"/>
          <ac:spMkLst>
            <pc:docMk/>
            <pc:sldMk cId="2512081661" sldId="264"/>
            <ac:spMk id="4" creationId="{FDAABFAD-B8C2-69A1-2757-19E5EC69DF88}"/>
          </ac:spMkLst>
        </pc:spChg>
        <pc:spChg chg="del">
          <ac:chgData name="wang alan" userId="51e99e2e94956203" providerId="LiveId" clId="{56FB0A0C-498E-447B-9ADC-A41E73C76505}" dt="2026-10-17T06:02:01.801" v="2867" actId="478"/>
          <ac:spMkLst>
            <pc:docMk/>
            <pc:sldMk cId="2512081661" sldId="264"/>
            <ac:spMk id="5" creationId="{0133EAD9-4DD8-9BEB-AD9E-F5B7DA89ECA0}"/>
          </ac:spMkLst>
        </pc:spChg>
        <pc:spChg chg="add del mod">
          <ac:chgData name="wang alan" userId="51e99e2e94956203" providerId="LiveId" clId="{56FB0A0C-498E-447B-9ADC-A41E73C76505}" dt="2026-10-17T06:10:41.004" v="2891" actId="478"/>
          <ac:spMkLst>
            <pc:docMk/>
            <pc:sldMk cId="2512081661" sldId="264"/>
            <ac:spMk id="7" creationId="{E9D6C2CF-E29C-B16E-7920-FDBBD3BA6D9A}"/>
          </ac:spMkLst>
        </pc:spChg>
        <pc:spChg chg="del">
          <ac:chgData name="wang alan" userId="51e99e2e94956203" providerId="LiveId" clId="{56FB0A0C-498E-447B-9ADC-A41E73C76505}" dt="2026-10-17T06:02:01.801" v="2867" actId="478"/>
          <ac:spMkLst>
            <pc:docMk/>
            <pc:sldMk cId="2512081661" sldId="264"/>
            <ac:spMk id="8" creationId="{1601F9A7-103E-B018-08FC-031D6E8CEAFA}"/>
          </ac:spMkLst>
        </pc:spChg>
        <pc:spChg chg="del">
          <ac:chgData name="wang alan" userId="51e99e2e94956203" providerId="LiveId" clId="{56FB0A0C-498E-447B-9ADC-A41E73C76505}" dt="2026-10-17T06:02:01.801" v="2867" actId="478"/>
          <ac:spMkLst>
            <pc:docMk/>
            <pc:sldMk cId="2512081661" sldId="264"/>
            <ac:spMk id="10" creationId="{12DDEF28-22C6-E8A7-4B0C-3E30EB2800CC}"/>
          </ac:spMkLst>
        </pc:spChg>
        <pc:spChg chg="add mod">
          <ac:chgData name="wang alan" userId="51e99e2e94956203" providerId="LiveId" clId="{56FB0A0C-498E-447B-9ADC-A41E73C76505}" dt="2026-10-17T06:13:33.845" v="2950" actId="1035"/>
          <ac:spMkLst>
            <pc:docMk/>
            <pc:sldMk cId="2512081661" sldId="264"/>
            <ac:spMk id="11" creationId="{DF2A1642-3AC4-E874-C03E-6C3144CE40C8}"/>
          </ac:spMkLst>
        </pc:spChg>
        <pc:spChg chg="add del mod">
          <ac:chgData name="wang alan" userId="51e99e2e94956203" providerId="LiveId" clId="{56FB0A0C-498E-447B-9ADC-A41E73C76505}" dt="2026-10-17T06:11:39.934" v="2909" actId="478"/>
          <ac:spMkLst>
            <pc:docMk/>
            <pc:sldMk cId="2512081661" sldId="264"/>
            <ac:spMk id="13" creationId="{470881B8-E345-51BA-0224-F6B2122949E1}"/>
          </ac:spMkLst>
        </pc:spChg>
        <pc:spChg chg="del">
          <ac:chgData name="wang alan" userId="51e99e2e94956203" providerId="LiveId" clId="{56FB0A0C-498E-447B-9ADC-A41E73C76505}" dt="2026-10-17T06:02:03.467" v="2868" actId="478"/>
          <ac:spMkLst>
            <pc:docMk/>
            <pc:sldMk cId="2512081661" sldId="264"/>
            <ac:spMk id="14" creationId="{2644E647-7C21-A454-4829-68A247FB753F}"/>
          </ac:spMkLst>
        </pc:spChg>
        <pc:spChg chg="del">
          <ac:chgData name="wang alan" userId="51e99e2e94956203" providerId="LiveId" clId="{56FB0A0C-498E-447B-9ADC-A41E73C76505}" dt="2026-10-17T06:02:01.801" v="2867" actId="478"/>
          <ac:spMkLst>
            <pc:docMk/>
            <pc:sldMk cId="2512081661" sldId="264"/>
            <ac:spMk id="16" creationId="{A078E4C9-4500-725F-FE06-6FBCAF9C2640}"/>
          </ac:spMkLst>
        </pc:spChg>
        <pc:spChg chg="add mod">
          <ac:chgData name="wang alan" userId="51e99e2e94956203" providerId="LiveId" clId="{56FB0A0C-498E-447B-9ADC-A41E73C76505}" dt="2026-10-17T06:12:30.633" v="2926" actId="207"/>
          <ac:spMkLst>
            <pc:docMk/>
            <pc:sldMk cId="2512081661" sldId="264"/>
            <ac:spMk id="17" creationId="{585D45D1-84CC-CD45-582D-BD76AEF63BE2}"/>
          </ac:spMkLst>
        </pc:spChg>
        <pc:spChg chg="del">
          <ac:chgData name="wang alan" userId="51e99e2e94956203" providerId="LiveId" clId="{56FB0A0C-498E-447B-9ADC-A41E73C76505}" dt="2026-10-17T06:02:04.711" v="2869" actId="478"/>
          <ac:spMkLst>
            <pc:docMk/>
            <pc:sldMk cId="2512081661" sldId="264"/>
            <ac:spMk id="18" creationId="{1624697A-2BE7-E90B-D109-9C2C08A61DC0}"/>
          </ac:spMkLst>
        </pc:spChg>
        <pc:spChg chg="add mod">
          <ac:chgData name="wang alan" userId="51e99e2e94956203" providerId="LiveId" clId="{56FB0A0C-498E-447B-9ADC-A41E73C76505}" dt="2026-10-17T06:12:30.633" v="2926" actId="207"/>
          <ac:spMkLst>
            <pc:docMk/>
            <pc:sldMk cId="2512081661" sldId="264"/>
            <ac:spMk id="20" creationId="{8C085198-7858-4A41-11D9-AB41020A2B0A}"/>
          </ac:spMkLst>
        </pc:spChg>
        <pc:spChg chg="mod">
          <ac:chgData name="wang alan" userId="51e99e2e94956203" providerId="LiveId" clId="{56FB0A0C-498E-447B-9ADC-A41E73C76505}" dt="2026-10-17T06:12:30.633" v="2926" actId="207"/>
          <ac:spMkLst>
            <pc:docMk/>
            <pc:sldMk cId="2512081661" sldId="264"/>
            <ac:spMk id="21" creationId="{7238098F-E0FD-D588-CFB7-AE3CB73A6EE2}"/>
          </ac:spMkLst>
        </pc:spChg>
        <pc:spChg chg="mod">
          <ac:chgData name="wang alan" userId="51e99e2e94956203" providerId="LiveId" clId="{56FB0A0C-498E-447B-9ADC-A41E73C76505}" dt="2026-10-17T06:12:30.633" v="2926" actId="207"/>
          <ac:spMkLst>
            <pc:docMk/>
            <pc:sldMk cId="2512081661" sldId="264"/>
            <ac:spMk id="23" creationId="{90D4B9A0-712D-9F5F-2C3C-BB613272B4F6}"/>
          </ac:spMkLst>
        </pc:spChg>
        <pc:spChg chg="add del">
          <ac:chgData name="wang alan" userId="51e99e2e94956203" providerId="LiveId" clId="{56FB0A0C-498E-447B-9ADC-A41E73C76505}" dt="2026-10-17T06:11:26.294" v="2905" actId="22"/>
          <ac:spMkLst>
            <pc:docMk/>
            <pc:sldMk cId="2512081661" sldId="264"/>
            <ac:spMk id="24" creationId="{781A3263-04A7-2DA1-A22E-FAED54C3ED60}"/>
          </ac:spMkLst>
        </pc:spChg>
        <pc:spChg chg="add mod">
          <ac:chgData name="wang alan" userId="51e99e2e94956203" providerId="LiveId" clId="{56FB0A0C-498E-447B-9ADC-A41E73C76505}" dt="2026-10-17T06:18:08.928" v="2985" actId="207"/>
          <ac:spMkLst>
            <pc:docMk/>
            <pc:sldMk cId="2512081661" sldId="264"/>
            <ac:spMk id="26" creationId="{CD5336BF-89B4-60B7-3884-1B28CAF6E645}"/>
          </ac:spMkLst>
        </pc:spChg>
        <pc:spChg chg="add del">
          <ac:chgData name="wang alan" userId="51e99e2e94956203" providerId="LiveId" clId="{56FB0A0C-498E-447B-9ADC-A41E73C76505}" dt="2026-10-17T06:11:47.149" v="2912" actId="22"/>
          <ac:spMkLst>
            <pc:docMk/>
            <pc:sldMk cId="2512081661" sldId="264"/>
            <ac:spMk id="30" creationId="{E50D96B9-E850-89AD-DEE9-68315593EDAB}"/>
          </ac:spMkLst>
        </pc:spChg>
        <pc:spChg chg="add mod">
          <ac:chgData name="wang alan" userId="51e99e2e94956203" providerId="LiveId" clId="{56FB0A0C-498E-447B-9ADC-A41E73C76505}" dt="2026-10-17T06:13:16.303" v="2944" actId="1076"/>
          <ac:spMkLst>
            <pc:docMk/>
            <pc:sldMk cId="2512081661" sldId="264"/>
            <ac:spMk id="32" creationId="{6D7584A6-D925-569D-3A4E-3918D86E682D}"/>
          </ac:spMkLst>
        </pc:spChg>
        <pc:picChg chg="add del mod">
          <ac:chgData name="wang alan" userId="51e99e2e94956203" providerId="LiveId" clId="{56FB0A0C-498E-447B-9ADC-A41E73C76505}" dt="2026-10-17T06:10:21.884" v="2888" actId="478"/>
          <ac:picMkLst>
            <pc:docMk/>
            <pc:sldMk cId="2512081661" sldId="264"/>
            <ac:picMk id="3" creationId="{6BE3D70D-A2A5-B1EF-8F2B-A09248C3C140}"/>
          </ac:picMkLst>
        </pc:picChg>
        <pc:cxnChg chg="del">
          <ac:chgData name="wang alan" userId="51e99e2e94956203" providerId="LiveId" clId="{56FB0A0C-498E-447B-9ADC-A41E73C76505}" dt="2026-10-17T06:02:01.801" v="2867" actId="478"/>
          <ac:cxnSpMkLst>
            <pc:docMk/>
            <pc:sldMk cId="2512081661" sldId="264"/>
            <ac:cxnSpMk id="28" creationId="{40D9A749-BABF-1FFE-8DDE-627156F836AD}"/>
          </ac:cxnSpMkLst>
        </pc:cxnChg>
        <pc:cxnChg chg="del">
          <ac:chgData name="wang alan" userId="51e99e2e94956203" providerId="LiveId" clId="{56FB0A0C-498E-447B-9ADC-A41E73C76505}" dt="2026-10-17T06:02:01.801" v="2867" actId="478"/>
          <ac:cxnSpMkLst>
            <pc:docMk/>
            <pc:sldMk cId="2512081661" sldId="264"/>
            <ac:cxnSpMk id="29" creationId="{C2E8224E-FA23-BE76-7A6E-B9CEC458D299}"/>
          </ac:cxnSpMkLst>
        </pc:cxnChg>
        <pc:cxnChg chg="add mod">
          <ac:chgData name="wang alan" userId="51e99e2e94956203" providerId="LiveId" clId="{56FB0A0C-498E-447B-9ADC-A41E73C76505}" dt="2026-10-17T06:13:13.283" v="2943" actId="1035"/>
          <ac:cxnSpMkLst>
            <pc:docMk/>
            <pc:sldMk cId="2512081661" sldId="264"/>
            <ac:cxnSpMk id="33" creationId="{0E4E1064-3D01-9BBC-E743-F0B04D864D0B}"/>
          </ac:cxnSpMkLst>
        </pc:cxnChg>
      </pc:sldChg>
      <pc:sldChg chg="addSp delSp modSp del mod modNotesTx">
        <pc:chgData name="wang alan" userId="51e99e2e94956203" providerId="LiveId" clId="{56FB0A0C-498E-447B-9ADC-A41E73C76505}" dt="2026-10-17T05:25:21.208" v="2582" actId="47"/>
        <pc:sldMkLst>
          <pc:docMk/>
          <pc:sldMk cId="4287645834" sldId="264"/>
        </pc:sldMkLst>
      </pc:sldChg>
      <pc:sldChg chg="add del">
        <pc:chgData name="wang alan" userId="51e99e2e94956203" providerId="LiveId" clId="{56FB0A0C-498E-447B-9ADC-A41E73C76505}" dt="2026-10-17T06:03:28.136" v="2880" actId="47"/>
        <pc:sldMkLst>
          <pc:docMk/>
          <pc:sldMk cId="1652370749" sldId="265"/>
        </pc:sldMkLst>
      </pc:sldChg>
      <pc:sldChg chg="addSp delSp modSp add del mod">
        <pc:chgData name="wang alan" userId="51e99e2e94956203" providerId="LiveId" clId="{56FB0A0C-498E-447B-9ADC-A41E73C76505}" dt="2026-10-17T06:15:31.813" v="2955" actId="47"/>
        <pc:sldMkLst>
          <pc:docMk/>
          <pc:sldMk cId="594531752" sldId="266"/>
        </pc:sldMkLst>
        <pc:spChg chg="mod">
          <ac:chgData name="wang alan" userId="51e99e2e94956203" providerId="LiveId" clId="{56FB0A0C-498E-447B-9ADC-A41E73C76505}" dt="2026-10-17T06:06:18.835" v="2882" actId="113"/>
          <ac:spMkLst>
            <pc:docMk/>
            <pc:sldMk cId="594531752" sldId="266"/>
            <ac:spMk id="21" creationId="{3DECDB0F-0D89-219A-A653-D62C5312AB44}"/>
          </ac:spMkLst>
        </pc:spChg>
        <pc:picChg chg="del">
          <ac:chgData name="wang alan" userId="51e99e2e94956203" providerId="LiveId" clId="{56FB0A0C-498E-447B-9ADC-A41E73C76505}" dt="2026-10-17T06:07:05.905" v="2883" actId="478"/>
          <ac:picMkLst>
            <pc:docMk/>
            <pc:sldMk cId="594531752" sldId="266"/>
            <ac:picMk id="3" creationId="{CBC0F95D-CA84-8297-DC4F-4CA34A7C0581}"/>
          </ac:picMkLst>
        </pc:picChg>
        <pc:picChg chg="add del mod">
          <ac:chgData name="wang alan" userId="51e99e2e94956203" providerId="LiveId" clId="{56FB0A0C-498E-447B-9ADC-A41E73C76505}" dt="2026-10-17T06:15:29.961" v="2954" actId="478"/>
          <ac:picMkLst>
            <pc:docMk/>
            <pc:sldMk cId="594531752" sldId="266"/>
            <ac:picMk id="5" creationId="{CDC41176-0005-1C12-7D0B-6051D06F4860}"/>
          </ac:picMkLst>
        </pc:picChg>
      </pc:sldChg>
      <pc:sldChg chg="addSp delSp modSp add mod ord">
        <pc:chgData name="wang alan" userId="51e99e2e94956203" providerId="LiveId" clId="{56FB0A0C-498E-447B-9ADC-A41E73C76505}" dt="2026-10-17T06:22:12.825" v="3029" actId="20577"/>
        <pc:sldMkLst>
          <pc:docMk/>
          <pc:sldMk cId="1443304880" sldId="267"/>
        </pc:sldMkLst>
        <pc:spChg chg="mod">
          <ac:chgData name="wang alan" userId="51e99e2e94956203" providerId="LiveId" clId="{56FB0A0C-498E-447B-9ADC-A41E73C76505}" dt="2026-10-17T06:22:12.825" v="3029" actId="20577"/>
          <ac:spMkLst>
            <pc:docMk/>
            <pc:sldMk cId="1443304880" sldId="267"/>
            <ac:spMk id="4" creationId="{DFD464C5-972A-2ED9-0F7C-4051D8A25DED}"/>
          </ac:spMkLst>
        </pc:spChg>
        <pc:spChg chg="del">
          <ac:chgData name="wang alan" userId="51e99e2e94956203" providerId="LiveId" clId="{56FB0A0C-498E-447B-9ADC-A41E73C76505}" dt="2026-10-17T06:16:19.909" v="2967" actId="478"/>
          <ac:spMkLst>
            <pc:docMk/>
            <pc:sldMk cId="1443304880" sldId="267"/>
            <ac:spMk id="11" creationId="{B5EAEBDD-6533-1124-5FB2-71E5E970AB6A}"/>
          </ac:spMkLst>
        </pc:spChg>
        <pc:spChg chg="mod">
          <ac:chgData name="wang alan" userId="51e99e2e94956203" providerId="LiveId" clId="{56FB0A0C-498E-447B-9ADC-A41E73C76505}" dt="2026-10-17T06:20:09.533" v="3003" actId="14100"/>
          <ac:spMkLst>
            <pc:docMk/>
            <pc:sldMk cId="1443304880" sldId="267"/>
            <ac:spMk id="17" creationId="{1C043F5B-F26E-56EB-A842-383CDCC583D8}"/>
          </ac:spMkLst>
        </pc:spChg>
        <pc:spChg chg="mod">
          <ac:chgData name="wang alan" userId="51e99e2e94956203" providerId="LiveId" clId="{56FB0A0C-498E-447B-9ADC-A41E73C76505}" dt="2026-10-17T06:20:07.344" v="3002" actId="14100"/>
          <ac:spMkLst>
            <pc:docMk/>
            <pc:sldMk cId="1443304880" sldId="267"/>
            <ac:spMk id="20" creationId="{3054E894-2B64-A469-075E-10350CE6333E}"/>
          </ac:spMkLst>
        </pc:spChg>
        <pc:spChg chg="mod">
          <ac:chgData name="wang alan" userId="51e99e2e94956203" providerId="LiveId" clId="{56FB0A0C-498E-447B-9ADC-A41E73C76505}" dt="2026-10-17T06:16:54.963" v="2976" actId="207"/>
          <ac:spMkLst>
            <pc:docMk/>
            <pc:sldMk cId="1443304880" sldId="267"/>
            <ac:spMk id="21" creationId="{AE540FAD-0EF2-DE3A-DF0A-8EF03CD0EA3A}"/>
          </ac:spMkLst>
        </pc:spChg>
        <pc:spChg chg="mod">
          <ac:chgData name="wang alan" userId="51e99e2e94956203" providerId="LiveId" clId="{56FB0A0C-498E-447B-9ADC-A41E73C76505}" dt="2026-10-17T06:16:54.963" v="2976" actId="207"/>
          <ac:spMkLst>
            <pc:docMk/>
            <pc:sldMk cId="1443304880" sldId="267"/>
            <ac:spMk id="23" creationId="{284E876A-F3CB-87DC-FA8A-5EBCADAC4737}"/>
          </ac:spMkLst>
        </pc:spChg>
        <pc:spChg chg="del">
          <ac:chgData name="wang alan" userId="51e99e2e94956203" providerId="LiveId" clId="{56FB0A0C-498E-447B-9ADC-A41E73C76505}" dt="2026-10-17T06:15:39.523" v="2957" actId="478"/>
          <ac:spMkLst>
            <pc:docMk/>
            <pc:sldMk cId="1443304880" sldId="267"/>
            <ac:spMk id="26" creationId="{439A8011-80EB-619A-E57E-00A02680DC7F}"/>
          </ac:spMkLst>
        </pc:spChg>
        <pc:spChg chg="mod">
          <ac:chgData name="wang alan" userId="51e99e2e94956203" providerId="LiveId" clId="{56FB0A0C-498E-447B-9ADC-A41E73C76505}" dt="2026-10-17T06:20:43.623" v="3015" actId="1036"/>
          <ac:spMkLst>
            <pc:docMk/>
            <pc:sldMk cId="1443304880" sldId="267"/>
            <ac:spMk id="32" creationId="{C62ED1A2-FEF1-0CA8-B131-AB53FE136B58}"/>
          </ac:spMkLst>
        </pc:spChg>
        <pc:cxnChg chg="add mod">
          <ac:chgData name="wang alan" userId="51e99e2e94956203" providerId="LiveId" clId="{56FB0A0C-498E-447B-9ADC-A41E73C76505}" dt="2026-10-17T06:20:25.294" v="3007" actId="14100"/>
          <ac:cxnSpMkLst>
            <pc:docMk/>
            <pc:sldMk cId="1443304880" sldId="267"/>
            <ac:cxnSpMk id="2" creationId="{53C57A46-C568-5299-1446-BD78B597D684}"/>
          </ac:cxnSpMkLst>
        </pc:cxnChg>
        <pc:cxnChg chg="add mod">
          <ac:chgData name="wang alan" userId="51e99e2e94956203" providerId="LiveId" clId="{56FB0A0C-498E-447B-9ADC-A41E73C76505}" dt="2026-10-17T06:20:30.627" v="3009" actId="1076"/>
          <ac:cxnSpMkLst>
            <pc:docMk/>
            <pc:sldMk cId="1443304880" sldId="267"/>
            <ac:cxnSpMk id="6" creationId="{E121E671-E30E-83C2-4FE2-48DD647C5EF1}"/>
          </ac:cxnSpMkLst>
        </pc:cxnChg>
        <pc:cxnChg chg="add mod">
          <ac:chgData name="wang alan" userId="51e99e2e94956203" providerId="LiveId" clId="{56FB0A0C-498E-447B-9ADC-A41E73C76505}" dt="2026-10-17T06:20:38.314" v="3011" actId="1076"/>
          <ac:cxnSpMkLst>
            <pc:docMk/>
            <pc:sldMk cId="1443304880" sldId="267"/>
            <ac:cxnSpMk id="7" creationId="{6A459D07-97D5-775E-7F6D-14E94752D65B}"/>
          </ac:cxnSpMkLst>
        </pc:cxnChg>
        <pc:cxnChg chg="del mod">
          <ac:chgData name="wang alan" userId="51e99e2e94956203" providerId="LiveId" clId="{56FB0A0C-498E-447B-9ADC-A41E73C76505}" dt="2026-10-17T06:20:40.985" v="3012" actId="478"/>
          <ac:cxnSpMkLst>
            <pc:docMk/>
            <pc:sldMk cId="1443304880" sldId="267"/>
            <ac:cxnSpMk id="33" creationId="{A6193E87-F02F-3DCF-677C-A17B7819C1FE}"/>
          </ac:cxnSpMkLst>
        </pc:cxnChg>
      </pc:sldChg>
      <pc:sldChg chg="modSp add del mod setBg">
        <pc:chgData name="wang alan" userId="51e99e2e94956203" providerId="LiveId" clId="{56FB0A0C-498E-447B-9ADC-A41E73C76505}" dt="2026-10-17T06:25:09.325" v="3032" actId="47"/>
        <pc:sldMkLst>
          <pc:docMk/>
          <pc:sldMk cId="1612506904" sldId="268"/>
        </pc:sldMkLst>
        <pc:spChg chg="mod">
          <ac:chgData name="wang alan" userId="51e99e2e94956203" providerId="LiveId" clId="{56FB0A0C-498E-447B-9ADC-A41E73C76505}" dt="2026-10-17T06:22:51.164" v="3031" actId="113"/>
          <ac:spMkLst>
            <pc:docMk/>
            <pc:sldMk cId="1612506904" sldId="268"/>
            <ac:spMk id="21" creationId="{75661777-704A-797E-02F7-78391314D378}"/>
          </ac:spMkLst>
        </pc:spChg>
      </pc:sldChg>
      <pc:sldChg chg="addSp delSp modSp add del mod ord">
        <pc:chgData name="wang alan" userId="51e99e2e94956203" providerId="LiveId" clId="{56FB0A0C-498E-447B-9ADC-A41E73C76505}" dt="2026-10-17T05:25:21.208" v="2582" actId="47"/>
        <pc:sldMkLst>
          <pc:docMk/>
          <pc:sldMk cId="2056191328" sldId="278"/>
        </pc:sldMkLst>
      </pc:sldChg>
      <pc:sldChg chg="addSp delSp modSp add del mod modNotesTx">
        <pc:chgData name="wang alan" userId="51e99e2e94956203" providerId="LiveId" clId="{56FB0A0C-498E-447B-9ADC-A41E73C76505}" dt="2026-10-17T05:25:21.208" v="2582" actId="47"/>
        <pc:sldMkLst>
          <pc:docMk/>
          <pc:sldMk cId="1336120332" sldId="281"/>
        </pc:sldMkLst>
      </pc:sldChg>
      <pc:sldChg chg="addSp delSp modSp add del mod modNotesTx">
        <pc:chgData name="wang alan" userId="51e99e2e94956203" providerId="LiveId" clId="{56FB0A0C-498E-447B-9ADC-A41E73C76505}" dt="2026-10-17T05:25:21.208" v="2582" actId="47"/>
        <pc:sldMkLst>
          <pc:docMk/>
          <pc:sldMk cId="3141041780" sldId="282"/>
        </pc:sldMkLst>
      </pc:sldChg>
      <pc:sldChg chg="addSp delSp modSp add del mod modNotesTx">
        <pc:chgData name="wang alan" userId="51e99e2e94956203" providerId="LiveId" clId="{56FB0A0C-498E-447B-9ADC-A41E73C76505}" dt="2026-10-17T05:25:21.208" v="2582" actId="47"/>
        <pc:sldMkLst>
          <pc:docMk/>
          <pc:sldMk cId="4288529424" sldId="283"/>
        </pc:sldMkLst>
      </pc:sldChg>
      <pc:sldChg chg="addSp modSp add del mod modNotesTx">
        <pc:chgData name="wang alan" userId="51e99e2e94956203" providerId="LiveId" clId="{56FB0A0C-498E-447B-9ADC-A41E73C76505}" dt="2026-10-17T05:25:21.208" v="2582" actId="47"/>
        <pc:sldMkLst>
          <pc:docMk/>
          <pc:sldMk cId="1642265683" sldId="285"/>
        </pc:sldMkLst>
      </pc:sldChg>
      <pc:sldChg chg="addSp delSp modSp add del mod">
        <pc:chgData name="wang alan" userId="51e99e2e94956203" providerId="LiveId" clId="{56FB0A0C-498E-447B-9ADC-A41E73C76505}" dt="2026-10-17T05:25:21.208" v="2582" actId="47"/>
        <pc:sldMkLst>
          <pc:docMk/>
          <pc:sldMk cId="2236313894" sldId="286"/>
        </pc:sldMkLst>
      </pc:sldChg>
      <pc:sldChg chg="addSp modSp add del mod modNotesTx">
        <pc:chgData name="wang alan" userId="51e99e2e94956203" providerId="LiveId" clId="{56FB0A0C-498E-447B-9ADC-A41E73C76505}" dt="2026-10-17T05:25:21.208" v="2582" actId="47"/>
        <pc:sldMkLst>
          <pc:docMk/>
          <pc:sldMk cId="3991144494" sldId="288"/>
        </pc:sldMkLst>
      </pc:sldChg>
      <pc:sldChg chg="addSp delSp modSp add del mod modNotesTx">
        <pc:chgData name="wang alan" userId="51e99e2e94956203" providerId="LiveId" clId="{56FB0A0C-498E-447B-9ADC-A41E73C76505}" dt="2026-10-17T05:25:21.208" v="2582" actId="47"/>
        <pc:sldMkLst>
          <pc:docMk/>
          <pc:sldMk cId="4087397022" sldId="289"/>
        </pc:sldMkLst>
      </pc:sldChg>
      <pc:sldChg chg="addSp delSp modSp add del mod">
        <pc:chgData name="wang alan" userId="51e99e2e94956203" providerId="LiveId" clId="{56FB0A0C-498E-447B-9ADC-A41E73C76505}" dt="2026-10-17T05:25:21.208" v="2582" actId="47"/>
        <pc:sldMkLst>
          <pc:docMk/>
          <pc:sldMk cId="528029526" sldId="290"/>
        </pc:sldMkLst>
      </pc:sldChg>
      <pc:sldChg chg="addSp modSp add del mod">
        <pc:chgData name="wang alan" userId="51e99e2e94956203" providerId="LiveId" clId="{56FB0A0C-498E-447B-9ADC-A41E73C76505}" dt="2026-10-17T05:25:21.208" v="2582" actId="47"/>
        <pc:sldMkLst>
          <pc:docMk/>
          <pc:sldMk cId="57941498" sldId="29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FB0070-FC07-4C70-BD28-2A938151205D}" type="datetimeFigureOut">
              <a:rPr lang="zh-TW" altLang="en-US" smtClean="0"/>
              <a:t>2026/10/17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BDEB7E-55F7-4315-9BAF-CB307EF712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3831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zh-TW" dirty="0"/>
              <a:t>作者：Jian Ding（Rice University）、Ranveer Chandra（Microsoft）</a:t>
            </a:r>
            <a:br>
              <a:rPr lang="zh-TW" altLang="zh-TW" dirty="0"/>
            </a:br>
            <a:r>
              <a:rPr lang="zh-TW" altLang="zh-TW" dirty="0"/>
              <a:t>發表於：</a:t>
            </a:r>
            <a:r>
              <a:rPr lang="zh-TW" altLang="zh-TW" b="1" dirty="0"/>
              <a:t>ACM MobiCom 2019</a:t>
            </a:r>
            <a:br>
              <a:rPr lang="zh-TW" altLang="zh-TW" dirty="0"/>
            </a:br>
            <a:r>
              <a:rPr lang="zh-TW" altLang="zh-TW" dirty="0"/>
              <a:t>提出系統：</a:t>
            </a:r>
            <a:r>
              <a:rPr lang="zh-TW" altLang="zh-TW" b="1" dirty="0"/>
              <a:t>Strobe (Soil Testing using RF Probes)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BDEB7E-55F7-4315-9BAF-CB307EF7129B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97587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BDEB7E-55F7-4315-9BAF-CB307EF7129B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40470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021AA-6182-F89C-34B6-A524862AE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DEA13AD-FE8C-5B4C-1281-9A93E4D526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1328650-0B20-CA42-4CFA-0C2DAFD076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44CB29C-0738-B3C5-8533-018D1E1B8F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BDEB7E-55F7-4315-9BAF-CB307EF7129B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64164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71461-C16F-684C-6CF2-1A3CB0E92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E684091-39D9-9853-1D64-49F5A03780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8DDF192-2259-F05D-C189-2C55A1F452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50768E7-C9DD-FBEB-D7AB-45A1FA3AED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BDEB7E-55F7-4315-9BAF-CB307EF7129B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00208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A1928-19CA-D3C9-C943-044BB0DB6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D226A87-7132-5289-2C87-E5D7B214F2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6DBFEFC-EF0B-FEBF-7E19-A3A8985065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B0915F8-237F-BB7A-1BC4-6BFA91CB06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BDEB7E-55F7-4315-9BAF-CB307EF7129B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21680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10072" y="8906899"/>
            <a:ext cx="487328" cy="503801"/>
          </a:xfrm>
          <a:custGeom>
            <a:avLst/>
            <a:gdLst/>
            <a:ahLst/>
            <a:cxnLst/>
            <a:rect l="l" t="t" r="r" b="b"/>
            <a:pathLst>
              <a:path w="487328" h="503801">
                <a:moveTo>
                  <a:pt x="0" y="0"/>
                </a:moveTo>
                <a:lnTo>
                  <a:pt x="487328" y="0"/>
                </a:lnTo>
                <a:lnTo>
                  <a:pt x="487328" y="503800"/>
                </a:lnTo>
                <a:lnTo>
                  <a:pt x="0" y="503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>
              <a:latin typeface="+mj-lt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283251" y="4035504"/>
            <a:ext cx="15468600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zh-TW" altLang="zh-TW" sz="7200" b="1" dirty="0"/>
              <a:t>Optimizing a 2×2×2 Rubik's Cube Solver</a:t>
            </a:r>
            <a:br>
              <a:rPr lang="en-US" altLang="zh-TW" sz="7200" b="1" dirty="0"/>
            </a:br>
            <a:endParaRPr lang="en-US" sz="7000" b="1" spc="208" dirty="0">
              <a:solidFill>
                <a:srgbClr val="000000"/>
              </a:solidFill>
              <a:latin typeface="+mj-lt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143000" y="8802960"/>
            <a:ext cx="9719714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2000" spc="215" dirty="0">
                <a:solidFill>
                  <a:srgbClr val="000000"/>
                </a:solidFill>
                <a:latin typeface="+mj-lt"/>
                <a:ea typeface="Open Sauce Bold"/>
                <a:cs typeface="Open Sauce Bold"/>
                <a:sym typeface="Open Sauce Bold"/>
              </a:rPr>
              <a:t>Presenter:</a:t>
            </a:r>
            <a:r>
              <a:rPr lang="zh-TW" altLang="en-US" sz="2000" spc="215" dirty="0">
                <a:solidFill>
                  <a:srgbClr val="000000"/>
                </a:solidFill>
                <a:latin typeface="+mj-lt"/>
                <a:ea typeface="Open Sauce Bold"/>
                <a:cs typeface="Open Sauce Bold"/>
                <a:sym typeface="Open Sauce Bold"/>
              </a:rPr>
              <a:t> 王子謙</a:t>
            </a:r>
            <a:br>
              <a:rPr lang="en-US" altLang="zh-TW" sz="2000" spc="215" dirty="0">
                <a:solidFill>
                  <a:srgbClr val="000000"/>
                </a:solidFill>
                <a:latin typeface="+mj-lt"/>
                <a:ea typeface="Open Sauce Bold"/>
                <a:cs typeface="Open Sauce Bold"/>
                <a:sym typeface="Open Sauce Bold"/>
              </a:rPr>
            </a:br>
            <a:r>
              <a:rPr lang="en-US" altLang="zh-TW" sz="2000" spc="215" dirty="0" err="1">
                <a:solidFill>
                  <a:srgbClr val="000000"/>
                </a:solidFill>
                <a:latin typeface="+mj-lt"/>
                <a:ea typeface="Open Sauce Bold"/>
                <a:cs typeface="Open Sauce Bold"/>
                <a:sym typeface="Open Sauce Bold"/>
              </a:rPr>
              <a:t>Github</a:t>
            </a:r>
            <a:r>
              <a:rPr lang="en-US" altLang="zh-TW" sz="2000" spc="215" dirty="0">
                <a:solidFill>
                  <a:srgbClr val="000000"/>
                </a:solidFill>
                <a:latin typeface="+mj-lt"/>
                <a:ea typeface="Open Sauce Bold"/>
                <a:cs typeface="Open Sauce Bold"/>
                <a:sym typeface="Open Sauce Bold"/>
              </a:rPr>
              <a:t>:</a:t>
            </a:r>
            <a:r>
              <a:rPr lang="zh-TW" altLang="en-US" sz="2000" spc="215" dirty="0">
                <a:solidFill>
                  <a:srgbClr val="000000"/>
                </a:solidFill>
                <a:latin typeface="+mj-lt"/>
                <a:ea typeface="Open Sauce Bold"/>
                <a:cs typeface="Open Sauce Bold"/>
                <a:sym typeface="Open Sauce Bold"/>
              </a:rPr>
              <a:t> </a:t>
            </a:r>
            <a:r>
              <a:rPr lang="en-US" altLang="zh-TW" sz="2000" spc="215" dirty="0">
                <a:solidFill>
                  <a:srgbClr val="000000"/>
                </a:solidFill>
                <a:latin typeface="+mj-lt"/>
                <a:ea typeface="Open Sauce Bold"/>
                <a:cs typeface="Open Sauce Bold"/>
                <a:sym typeface="Open Sauce Bold"/>
              </a:rPr>
              <a:t>https://github.com/ddc0330/minirubik</a:t>
            </a:r>
            <a:endParaRPr lang="en-US" sz="2000" spc="215" dirty="0">
              <a:solidFill>
                <a:srgbClr val="000000"/>
              </a:solidFill>
              <a:latin typeface="+mj-lt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569388" y="8884521"/>
            <a:ext cx="6084525" cy="4524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959"/>
              </a:lnSpc>
              <a:spcBef>
                <a:spcPct val="0"/>
              </a:spcBef>
            </a:pPr>
            <a:r>
              <a:rPr lang="en-US" sz="2000" spc="-56" dirty="0">
                <a:solidFill>
                  <a:srgbClr val="000000"/>
                </a:solidFill>
                <a:latin typeface="+mj-lt"/>
                <a:ea typeface="Open Sauce Bold"/>
                <a:cs typeface="Open Sauce Bold"/>
                <a:sym typeface="Open Sauce Bold"/>
              </a:rPr>
              <a:t>CA_HW1| 20261017</a:t>
            </a:r>
          </a:p>
        </p:txBody>
      </p:sp>
      <p:sp>
        <p:nvSpPr>
          <p:cNvPr id="6" name="AutoShape 6"/>
          <p:cNvSpPr/>
          <p:nvPr/>
        </p:nvSpPr>
        <p:spPr>
          <a:xfrm flipV="1">
            <a:off x="956579" y="730568"/>
            <a:ext cx="16378524" cy="0"/>
          </a:xfrm>
          <a:prstGeom prst="line">
            <a:avLst/>
          </a:prstGeom>
          <a:ln w="76200" cap="rnd">
            <a:solidFill>
              <a:srgbClr val="FF821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E8F31F1-FD33-0E2D-A5F0-A9036961471E}"/>
              </a:ext>
            </a:extLst>
          </p:cNvPr>
          <p:cNvSpPr txBox="1"/>
          <p:nvPr/>
        </p:nvSpPr>
        <p:spPr>
          <a:xfrm>
            <a:off x="4572000" y="5127170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4000" dirty="0"/>
              <a:t>From BFS to Handwritten RV32I Assembly</a:t>
            </a:r>
            <a:endParaRPr lang="zh-TW" alt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3168400" y="9191625"/>
            <a:ext cx="4166703" cy="457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  <a:spcBef>
                <a:spcPct val="0"/>
              </a:spcBef>
            </a:pPr>
            <a:r>
              <a:rPr lang="en-US" sz="2799" spc="167" dirty="0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1</a:t>
            </a:r>
          </a:p>
        </p:txBody>
      </p:sp>
      <p:sp>
        <p:nvSpPr>
          <p:cNvPr id="21" name="TextBox 2">
            <a:extLst>
              <a:ext uri="{FF2B5EF4-FFF2-40B4-BE49-F238E27FC236}">
                <a16:creationId xmlns:a16="http://schemas.microsoft.com/office/drawing/2014/main" id="{042C7A46-BF86-EE99-4753-B658E38D6EEE}"/>
              </a:ext>
            </a:extLst>
          </p:cNvPr>
          <p:cNvSpPr txBox="1"/>
          <p:nvPr/>
        </p:nvSpPr>
        <p:spPr>
          <a:xfrm>
            <a:off x="1575593" y="775941"/>
            <a:ext cx="11835606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zh-TW" altLang="zh-TW" sz="4800" b="1" dirty="0"/>
              <a:t>Project Goals &amp; Constraints</a:t>
            </a:r>
            <a:endParaRPr lang="en-US" sz="4800" b="1" spc="167" dirty="0">
              <a:solidFill>
                <a:srgbClr val="000000"/>
              </a:solidFill>
              <a:ea typeface="Open Sauce"/>
              <a:cs typeface="Open Sauce"/>
              <a:sym typeface="Open Sauce"/>
            </a:endParaRPr>
          </a:p>
        </p:txBody>
      </p:sp>
      <p:sp>
        <p:nvSpPr>
          <p:cNvPr id="23" name="AutoShape 3">
            <a:extLst>
              <a:ext uri="{FF2B5EF4-FFF2-40B4-BE49-F238E27FC236}">
                <a16:creationId xmlns:a16="http://schemas.microsoft.com/office/drawing/2014/main" id="{62107FD3-58F2-B04A-1D69-6301FB147998}"/>
              </a:ext>
            </a:extLst>
          </p:cNvPr>
          <p:cNvSpPr/>
          <p:nvPr/>
        </p:nvSpPr>
        <p:spPr>
          <a:xfrm>
            <a:off x="1160716" y="794681"/>
            <a:ext cx="0" cy="691219"/>
          </a:xfrm>
          <a:prstGeom prst="line">
            <a:avLst/>
          </a:prstGeom>
          <a:ln w="76200" cap="flat">
            <a:solidFill>
              <a:srgbClr val="FF821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2EDC2889-B4F9-A447-C9A2-ABBB9F7CCB1A}"/>
              </a:ext>
            </a:extLst>
          </p:cNvPr>
          <p:cNvSpPr/>
          <p:nvPr/>
        </p:nvSpPr>
        <p:spPr>
          <a:xfrm>
            <a:off x="914400" y="2526877"/>
            <a:ext cx="7966955" cy="614359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TW" altLang="zh-TW" sz="4800" dirty="0">
                <a:solidFill>
                  <a:srgbClr val="FF0000"/>
                </a:solidFill>
              </a:rPr>
              <a:t>Requirements</a:t>
            </a:r>
          </a:p>
          <a:p>
            <a:pPr algn="ctr">
              <a:lnSpc>
                <a:spcPct val="150000"/>
              </a:lnSpc>
            </a:pPr>
            <a:r>
              <a:rPr lang="zh-TW" altLang="zh-TW" sz="3600" dirty="0">
                <a:solidFill>
                  <a:schemeClr val="tx1"/>
                </a:solidFill>
              </a:rPr>
              <a:t>Optimal Solutions</a:t>
            </a:r>
          </a:p>
          <a:p>
            <a:pPr algn="ctr">
              <a:lnSpc>
                <a:spcPct val="150000"/>
              </a:lnSpc>
            </a:pPr>
            <a:r>
              <a:rPr lang="zh-TW" altLang="zh-TW" sz="3600" dirty="0">
                <a:solidFill>
                  <a:schemeClr val="tx1"/>
                </a:solidFill>
              </a:rPr>
              <a:t>Static Data ≤ 128 KiB</a:t>
            </a:r>
          </a:p>
          <a:p>
            <a:pPr algn="ctr">
              <a:lnSpc>
                <a:spcPct val="150000"/>
              </a:lnSpc>
            </a:pPr>
            <a:r>
              <a:rPr lang="zh-TW" altLang="zh-TW" sz="3600" dirty="0">
                <a:solidFill>
                  <a:schemeClr val="tx1"/>
                </a:solidFill>
              </a:rPr>
              <a:t>≤ 50M Instructions</a:t>
            </a:r>
          </a:p>
          <a:p>
            <a:pPr algn="ctr">
              <a:lnSpc>
                <a:spcPct val="150000"/>
              </a:lnSpc>
            </a:pPr>
            <a:r>
              <a:rPr lang="zh-TW" altLang="zh-TW" sz="3600" dirty="0">
                <a:solidFill>
                  <a:schemeClr val="tx1"/>
                </a:solidFill>
              </a:rPr>
              <a:t>RV32I Only</a:t>
            </a:r>
          </a:p>
          <a:p>
            <a:pPr algn="ctr">
              <a:lnSpc>
                <a:spcPct val="150000"/>
              </a:lnSpc>
            </a:pPr>
            <a:r>
              <a:rPr lang="zh-TW" altLang="zh-TW" sz="3600" dirty="0">
                <a:solidFill>
                  <a:schemeClr val="tx1"/>
                </a:solidFill>
              </a:rPr>
              <a:t>No Full-State Lookup Table</a:t>
            </a:r>
          </a:p>
          <a:p>
            <a:pPr algn="ctr">
              <a:lnSpc>
                <a:spcPct val="150000"/>
              </a:lnSpc>
            </a:pPr>
            <a:endParaRPr lang="zh-TW" altLang="en-US" sz="3600" dirty="0">
              <a:solidFill>
                <a:schemeClr val="tx1"/>
              </a:solidFill>
            </a:endParaRP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D11F2D25-02DA-B4B2-2E78-CD3A39DDA6DC}"/>
              </a:ext>
            </a:extLst>
          </p:cNvPr>
          <p:cNvSpPr/>
          <p:nvPr/>
        </p:nvSpPr>
        <p:spPr>
          <a:xfrm>
            <a:off x="9184922" y="2505106"/>
            <a:ext cx="7966955" cy="6143593"/>
          </a:xfrm>
          <a:prstGeom prst="roundRect">
            <a:avLst>
              <a:gd name="adj" fmla="val 16401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TW" altLang="zh-TW" sz="4800" dirty="0">
                <a:solidFill>
                  <a:srgbClr val="FF0000"/>
                </a:solidFill>
              </a:rPr>
              <a:t>Final Results</a:t>
            </a:r>
            <a:endParaRPr lang="zh-TW" altLang="en-US" sz="4800" dirty="0">
              <a:solidFill>
                <a:srgbClr val="FF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TW" altLang="en-US" sz="3600" dirty="0">
                <a:solidFill>
                  <a:srgbClr val="00B050"/>
                </a:solidFill>
                <a:sym typeface="Wingdings 2" panose="05020102010507070707" pitchFamily="18" charset="2"/>
              </a:rPr>
              <a:t> </a:t>
            </a:r>
            <a:r>
              <a:rPr lang="zh-TW" altLang="zh-TW" sz="3600" dirty="0">
                <a:solidFill>
                  <a:schemeClr val="tx1"/>
                </a:solidFill>
              </a:rPr>
              <a:t>Verified Optimality</a:t>
            </a:r>
          </a:p>
          <a:p>
            <a:pPr algn="ctr">
              <a:lnSpc>
                <a:spcPct val="150000"/>
              </a:lnSpc>
            </a:pPr>
            <a:r>
              <a:rPr lang="zh-TW" altLang="en-US" sz="3600" dirty="0">
                <a:solidFill>
                  <a:srgbClr val="00B050"/>
                </a:solidFill>
                <a:sym typeface="Wingdings 2" panose="05020102010507070707" pitchFamily="18" charset="2"/>
              </a:rPr>
              <a:t> </a:t>
            </a:r>
            <a:r>
              <a:rPr lang="zh-TW" altLang="zh-TW" sz="3600" dirty="0">
                <a:solidFill>
                  <a:schemeClr val="tx1"/>
                </a:solidFill>
              </a:rPr>
              <a:t>109,647 B</a:t>
            </a:r>
          </a:p>
          <a:p>
            <a:pPr algn="ctr">
              <a:lnSpc>
                <a:spcPct val="150000"/>
              </a:lnSpc>
            </a:pPr>
            <a:r>
              <a:rPr lang="zh-TW" altLang="en-US" sz="3600" dirty="0">
                <a:solidFill>
                  <a:srgbClr val="00B050"/>
                </a:solidFill>
                <a:sym typeface="Wingdings 2" panose="05020102010507070707" pitchFamily="18" charset="2"/>
              </a:rPr>
              <a:t> </a:t>
            </a:r>
            <a:r>
              <a:rPr lang="zh-TW" altLang="zh-TW" sz="3600" dirty="0">
                <a:solidFill>
                  <a:schemeClr val="tx1"/>
                </a:solidFill>
              </a:rPr>
              <a:t>26.72M Worst Case</a:t>
            </a:r>
          </a:p>
          <a:p>
            <a:pPr algn="ctr">
              <a:lnSpc>
                <a:spcPct val="150000"/>
              </a:lnSpc>
            </a:pPr>
            <a:r>
              <a:rPr lang="zh-TW" altLang="en-US" sz="3600" dirty="0">
                <a:solidFill>
                  <a:srgbClr val="00B050"/>
                </a:solidFill>
                <a:sym typeface="Wingdings 2" panose="05020102010507070707" pitchFamily="18" charset="2"/>
              </a:rPr>
              <a:t> </a:t>
            </a:r>
            <a:r>
              <a:rPr lang="zh-TW" altLang="zh-TW" sz="3600" dirty="0">
                <a:solidFill>
                  <a:schemeClr val="tx1"/>
                </a:solidFill>
              </a:rPr>
              <a:t>Handwritten Assembly</a:t>
            </a:r>
          </a:p>
          <a:p>
            <a:pPr algn="ctr">
              <a:lnSpc>
                <a:spcPct val="150000"/>
              </a:lnSpc>
            </a:pPr>
            <a:r>
              <a:rPr lang="zh-TW" altLang="en-US" sz="3600" dirty="0">
                <a:solidFill>
                  <a:srgbClr val="00B050"/>
                </a:solidFill>
                <a:sym typeface="Wingdings 2" panose="05020102010507070707" pitchFamily="18" charset="2"/>
              </a:rPr>
              <a:t> </a:t>
            </a:r>
            <a:r>
              <a:rPr lang="zh-TW" altLang="zh-TW" sz="3600" dirty="0">
                <a:solidFill>
                  <a:schemeClr val="tx1"/>
                </a:solidFill>
              </a:rPr>
              <a:t>IDA* Search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01BB34-B412-22E8-C379-E9C5816F7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882F3367-1F58-89B2-1BB5-2BB180B50A5F}"/>
              </a:ext>
            </a:extLst>
          </p:cNvPr>
          <p:cNvSpPr txBox="1"/>
          <p:nvPr/>
        </p:nvSpPr>
        <p:spPr>
          <a:xfrm>
            <a:off x="13168400" y="9191625"/>
            <a:ext cx="4166703" cy="457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  <a:spcBef>
                <a:spcPct val="0"/>
              </a:spcBef>
            </a:pPr>
            <a:r>
              <a:rPr lang="en-US" sz="2799" spc="167" dirty="0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2</a:t>
            </a:r>
          </a:p>
        </p:txBody>
      </p:sp>
      <p:sp>
        <p:nvSpPr>
          <p:cNvPr id="21" name="TextBox 2">
            <a:extLst>
              <a:ext uri="{FF2B5EF4-FFF2-40B4-BE49-F238E27FC236}">
                <a16:creationId xmlns:a16="http://schemas.microsoft.com/office/drawing/2014/main" id="{AC640DCE-E9D2-9F24-9046-EF67761A8E92}"/>
              </a:ext>
            </a:extLst>
          </p:cNvPr>
          <p:cNvSpPr txBox="1"/>
          <p:nvPr/>
        </p:nvSpPr>
        <p:spPr>
          <a:xfrm>
            <a:off x="1575593" y="775941"/>
            <a:ext cx="11835606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zh-TW" altLang="zh-TW" sz="4800" b="1" dirty="0"/>
              <a:t>Stage 1 — Baseline BFS Solver</a:t>
            </a:r>
            <a:endParaRPr lang="en-US" sz="4800" b="1" spc="167" dirty="0">
              <a:solidFill>
                <a:srgbClr val="000000"/>
              </a:solidFill>
              <a:ea typeface="Open Sauce"/>
              <a:cs typeface="Open Sauce"/>
              <a:sym typeface="Open Sauce"/>
            </a:endParaRPr>
          </a:p>
        </p:txBody>
      </p:sp>
      <p:sp>
        <p:nvSpPr>
          <p:cNvPr id="23" name="AutoShape 3">
            <a:extLst>
              <a:ext uri="{FF2B5EF4-FFF2-40B4-BE49-F238E27FC236}">
                <a16:creationId xmlns:a16="http://schemas.microsoft.com/office/drawing/2014/main" id="{24AE96A3-6E67-C5EB-8BD4-A9A7747A08BE}"/>
              </a:ext>
            </a:extLst>
          </p:cNvPr>
          <p:cNvSpPr/>
          <p:nvPr/>
        </p:nvSpPr>
        <p:spPr>
          <a:xfrm>
            <a:off x="1160716" y="794681"/>
            <a:ext cx="0" cy="691219"/>
          </a:xfrm>
          <a:prstGeom prst="line">
            <a:avLst/>
          </a:prstGeom>
          <a:ln w="76200" cap="flat">
            <a:solidFill>
              <a:srgbClr val="FF821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EA68673-D932-5203-00FC-DDE491E588BB}"/>
              </a:ext>
            </a:extLst>
          </p:cNvPr>
          <p:cNvSpPr txBox="1"/>
          <p:nvPr/>
        </p:nvSpPr>
        <p:spPr>
          <a:xfrm>
            <a:off x="1187930" y="1943100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4000" dirty="0"/>
              <a:t>How It Works</a:t>
            </a:r>
            <a:endParaRPr lang="zh-TW" altLang="en-US" sz="4000" dirty="0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D459FF93-2E9E-FBE6-57F5-AC715F7EE395}"/>
              </a:ext>
            </a:extLst>
          </p:cNvPr>
          <p:cNvSpPr/>
          <p:nvPr/>
        </p:nvSpPr>
        <p:spPr>
          <a:xfrm>
            <a:off x="887881" y="2791075"/>
            <a:ext cx="7966955" cy="413877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sz="3600" dirty="0">
                <a:solidFill>
                  <a:schemeClr val="tx1"/>
                </a:solidFill>
              </a:rPr>
              <a:t>Solved State</a:t>
            </a:r>
            <a:endParaRPr lang="en-US" altLang="zh-TW" sz="3600" dirty="0">
              <a:solidFill>
                <a:schemeClr val="tx1"/>
              </a:solidFill>
            </a:endParaRPr>
          </a:p>
          <a:p>
            <a:pPr algn="ctr"/>
            <a:r>
              <a:rPr lang="zh-TW" altLang="zh-TW" sz="3600" dirty="0">
                <a:solidFill>
                  <a:schemeClr val="tx1"/>
                </a:solidFill>
              </a:rPr>
              <a:t>↓</a:t>
            </a:r>
          </a:p>
          <a:p>
            <a:pPr algn="ctr"/>
            <a:r>
              <a:rPr lang="zh-TW" altLang="zh-TW" sz="3600" dirty="0">
                <a:solidFill>
                  <a:schemeClr val="tx1"/>
                </a:solidFill>
              </a:rPr>
              <a:t>BFS Expansion</a:t>
            </a:r>
            <a:endParaRPr lang="en-US" altLang="zh-TW" sz="3600" dirty="0">
              <a:solidFill>
                <a:schemeClr val="tx1"/>
              </a:solidFill>
            </a:endParaRPr>
          </a:p>
          <a:p>
            <a:pPr algn="ctr"/>
            <a:r>
              <a:rPr lang="zh-TW" altLang="zh-TW" sz="3600" dirty="0">
                <a:solidFill>
                  <a:schemeClr val="tx1"/>
                </a:solidFill>
              </a:rPr>
              <a:t>↓</a:t>
            </a:r>
          </a:p>
          <a:p>
            <a:pPr algn="ctr"/>
            <a:r>
              <a:rPr lang="zh-TW" altLang="zh-TW" sz="3600" dirty="0">
                <a:solidFill>
                  <a:schemeClr val="tx1"/>
                </a:solidFill>
              </a:rPr>
              <a:t>Shortest-Path Table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59436E4F-C3A3-E181-98CC-EE265E17A38C}"/>
              </a:ext>
            </a:extLst>
          </p:cNvPr>
          <p:cNvSpPr/>
          <p:nvPr/>
        </p:nvSpPr>
        <p:spPr>
          <a:xfrm>
            <a:off x="9144000" y="2791075"/>
            <a:ext cx="7966955" cy="556279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sz="3600" b="1" dirty="0">
                <a:solidFill>
                  <a:schemeClr val="tx1"/>
                </a:solidFill>
              </a:rPr>
              <a:t>3.5 MiB</a:t>
            </a:r>
          </a:p>
          <a:p>
            <a:pPr algn="ctr"/>
            <a:r>
              <a:rPr lang="zh-TW" altLang="zh-TW" sz="3600" dirty="0">
                <a:solidFill>
                  <a:schemeClr val="tx1"/>
                </a:solidFill>
              </a:rPr>
              <a:t>Solution Table</a:t>
            </a:r>
            <a:endParaRPr lang="en-US" altLang="zh-TW" sz="3600" dirty="0">
              <a:solidFill>
                <a:schemeClr val="tx1"/>
              </a:solidFill>
            </a:endParaRPr>
          </a:p>
          <a:p>
            <a:pPr algn="ctr"/>
            <a:endParaRPr lang="zh-TW" altLang="zh-TW" sz="3600" dirty="0">
              <a:solidFill>
                <a:schemeClr val="tx1"/>
              </a:solidFill>
            </a:endParaRPr>
          </a:p>
          <a:p>
            <a:pPr algn="ctr"/>
            <a:r>
              <a:rPr lang="zh-TW" altLang="zh-TW" sz="3600" b="1" dirty="0">
                <a:solidFill>
                  <a:schemeClr val="tx1"/>
                </a:solidFill>
              </a:rPr>
              <a:t>14.0 MiB</a:t>
            </a:r>
          </a:p>
          <a:p>
            <a:pPr algn="ctr"/>
            <a:r>
              <a:rPr lang="zh-TW" altLang="zh-TW" sz="3600" dirty="0">
                <a:solidFill>
                  <a:schemeClr val="tx1"/>
                </a:solidFill>
              </a:rPr>
              <a:t>BFS Queue</a:t>
            </a:r>
            <a:endParaRPr lang="en-US" altLang="zh-TW" sz="3600" dirty="0">
              <a:solidFill>
                <a:schemeClr val="tx1"/>
              </a:solidFill>
            </a:endParaRPr>
          </a:p>
          <a:p>
            <a:pPr algn="ctr"/>
            <a:endParaRPr lang="zh-TW" altLang="zh-TW" sz="3600" dirty="0">
              <a:solidFill>
                <a:schemeClr val="tx1"/>
              </a:solidFill>
            </a:endParaRPr>
          </a:p>
          <a:p>
            <a:pPr algn="ctr"/>
            <a:r>
              <a:rPr lang="zh-TW" altLang="zh-TW" sz="3600" b="1" dirty="0">
                <a:solidFill>
                  <a:schemeClr val="tx1"/>
                </a:solidFill>
              </a:rPr>
              <a:t>17.55 MiB</a:t>
            </a:r>
          </a:p>
          <a:p>
            <a:pPr algn="ctr"/>
            <a:r>
              <a:rPr lang="zh-TW" altLang="zh-TW" sz="3600" dirty="0">
                <a:solidFill>
                  <a:schemeClr val="tx1"/>
                </a:solidFill>
              </a:rPr>
              <a:t>Total Memory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0B2114E6-5D8C-453D-1BE9-BBFAD556671A}"/>
              </a:ext>
            </a:extLst>
          </p:cNvPr>
          <p:cNvSpPr txBox="1"/>
          <p:nvPr/>
        </p:nvSpPr>
        <p:spPr>
          <a:xfrm>
            <a:off x="9448800" y="1943100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4000" dirty="0"/>
              <a:t>Memory Cost</a:t>
            </a:r>
            <a:endParaRPr lang="zh-TW" altLang="en-US" sz="4000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51D38A97-4311-33EA-1654-131C4FEB23D4}"/>
              </a:ext>
            </a:extLst>
          </p:cNvPr>
          <p:cNvSpPr txBox="1"/>
          <p:nvPr/>
        </p:nvSpPr>
        <p:spPr>
          <a:xfrm>
            <a:off x="1193373" y="7326648"/>
            <a:ext cx="551291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zh-TW" sz="3200" dirty="0"/>
              <a:t>9 Moves · 3,674,160 States</a:t>
            </a:r>
          </a:p>
          <a:p>
            <a:pPr>
              <a:buNone/>
            </a:pPr>
            <a:r>
              <a:rPr lang="zh-TW" altLang="zh-TW" sz="3200" dirty="0"/>
              <a:t>Optimal Solution Guaranteed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058EB2B1-7D39-47CE-94A3-4D16CAB74E29}"/>
              </a:ext>
            </a:extLst>
          </p:cNvPr>
          <p:cNvSpPr txBox="1"/>
          <p:nvPr/>
        </p:nvSpPr>
        <p:spPr>
          <a:xfrm>
            <a:off x="2522963" y="8682453"/>
            <a:ext cx="132420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zh-TW" altLang="zh-TW" sz="4000" dirty="0">
                <a:solidFill>
                  <a:srgbClr val="FF0000"/>
                </a:solidFill>
              </a:rPr>
              <a:t>Problem: Exceeds the 128 KiB Static-Data Budget</a:t>
            </a:r>
          </a:p>
        </p:txBody>
      </p: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CB819D16-4466-D90F-5A90-E9A3F9353143}"/>
              </a:ext>
            </a:extLst>
          </p:cNvPr>
          <p:cNvCxnSpPr/>
          <p:nvPr/>
        </p:nvCxnSpPr>
        <p:spPr>
          <a:xfrm>
            <a:off x="9829800" y="4686300"/>
            <a:ext cx="65865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65330F16-36E9-8E4E-A598-56198E3213B5}"/>
              </a:ext>
            </a:extLst>
          </p:cNvPr>
          <p:cNvCxnSpPr/>
          <p:nvPr/>
        </p:nvCxnSpPr>
        <p:spPr>
          <a:xfrm>
            <a:off x="9829800" y="6438900"/>
            <a:ext cx="65865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87240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D50B11-2BA7-4F77-064F-188A4B94F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FDAABFAD-B8C2-69A1-2757-19E5EC69DF88}"/>
              </a:ext>
            </a:extLst>
          </p:cNvPr>
          <p:cNvSpPr txBox="1"/>
          <p:nvPr/>
        </p:nvSpPr>
        <p:spPr>
          <a:xfrm>
            <a:off x="13168400" y="9191625"/>
            <a:ext cx="4166703" cy="457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  <a:spcBef>
                <a:spcPct val="0"/>
              </a:spcBef>
            </a:pPr>
            <a:r>
              <a:rPr lang="en-US" sz="2799" spc="167" dirty="0">
                <a:solidFill>
                  <a:srgbClr val="000000">
                    <a:alpha val="49804"/>
                  </a:srgbClr>
                </a:solidFill>
                <a:latin typeface="Open Sauce"/>
                <a:sym typeface="Open Sauce"/>
              </a:rPr>
              <a:t>3</a:t>
            </a:r>
          </a:p>
        </p:txBody>
      </p:sp>
      <p:sp>
        <p:nvSpPr>
          <p:cNvPr id="21" name="TextBox 2">
            <a:extLst>
              <a:ext uri="{FF2B5EF4-FFF2-40B4-BE49-F238E27FC236}">
                <a16:creationId xmlns:a16="http://schemas.microsoft.com/office/drawing/2014/main" id="{7238098F-E0FD-D588-CFB7-AE3CB73A6EE2}"/>
              </a:ext>
            </a:extLst>
          </p:cNvPr>
          <p:cNvSpPr txBox="1"/>
          <p:nvPr/>
        </p:nvSpPr>
        <p:spPr>
          <a:xfrm>
            <a:off x="1575592" y="775941"/>
            <a:ext cx="13512007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zh-TW" altLang="zh-TW" sz="4800" b="1" dirty="0"/>
              <a:t>Stage 1 — Cube Representation &amp; State Encoding</a:t>
            </a:r>
            <a:endParaRPr lang="en-US" sz="4800" b="1" spc="167" dirty="0">
              <a:ea typeface="Open Sauce"/>
              <a:cs typeface="Open Sauce"/>
              <a:sym typeface="Open Sauce"/>
            </a:endParaRPr>
          </a:p>
        </p:txBody>
      </p:sp>
      <p:sp>
        <p:nvSpPr>
          <p:cNvPr id="23" name="AutoShape 3">
            <a:extLst>
              <a:ext uri="{FF2B5EF4-FFF2-40B4-BE49-F238E27FC236}">
                <a16:creationId xmlns:a16="http://schemas.microsoft.com/office/drawing/2014/main" id="{90D4B9A0-712D-9F5F-2C3C-BB613272B4F6}"/>
              </a:ext>
            </a:extLst>
          </p:cNvPr>
          <p:cNvSpPr/>
          <p:nvPr/>
        </p:nvSpPr>
        <p:spPr>
          <a:xfrm>
            <a:off x="1160716" y="794681"/>
            <a:ext cx="0" cy="691219"/>
          </a:xfrm>
          <a:prstGeom prst="line">
            <a:avLst/>
          </a:prstGeom>
          <a:ln w="76200" cap="flat">
            <a:solidFill>
              <a:srgbClr val="FF821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F2A1642-3AC4-E874-C03E-6C3144CE40C8}"/>
              </a:ext>
            </a:extLst>
          </p:cNvPr>
          <p:cNvSpPr txBox="1"/>
          <p:nvPr/>
        </p:nvSpPr>
        <p:spPr>
          <a:xfrm>
            <a:off x="1295400" y="2324100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4000" dirty="0"/>
              <a:t>14-Digit Cube Input</a:t>
            </a:r>
            <a:endParaRPr lang="zh-TW" altLang="en-US" sz="4000" dirty="0"/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585D45D1-84CC-CD45-582D-BD76AEF63BE2}"/>
              </a:ext>
            </a:extLst>
          </p:cNvPr>
          <p:cNvSpPr/>
          <p:nvPr/>
        </p:nvSpPr>
        <p:spPr>
          <a:xfrm>
            <a:off x="887881" y="3184386"/>
            <a:ext cx="7966955" cy="207568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zh-TW" altLang="zh-TW" sz="3600" b="1" dirty="0">
                <a:solidFill>
                  <a:schemeClr val="tx1"/>
                </a:solidFill>
              </a:rPr>
              <a:t>2134567</a:t>
            </a:r>
          </a:p>
          <a:p>
            <a:pPr algn="ctr">
              <a:buNone/>
            </a:pPr>
            <a:r>
              <a:rPr lang="zh-TW" altLang="zh-TW" sz="3600" dirty="0">
                <a:solidFill>
                  <a:schemeClr val="tx1"/>
                </a:solidFill>
              </a:rPr>
              <a:t>Corner Permutation</a:t>
            </a:r>
          </a:p>
          <a:p>
            <a:pPr algn="ctr">
              <a:buNone/>
            </a:pPr>
            <a:r>
              <a:rPr lang="zh-TW" altLang="zh-TW" sz="3600" dirty="0">
                <a:solidFill>
                  <a:schemeClr val="tx1"/>
                </a:solidFill>
              </a:rPr>
              <a:t>7! = 5,040 states</a:t>
            </a:r>
            <a:endParaRPr lang="zh-TW" altLang="en-US" sz="3600" dirty="0">
              <a:solidFill>
                <a:schemeClr val="tx1"/>
              </a:solidFill>
            </a:endParaRP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8C085198-7858-4A41-11D9-AB41020A2B0A}"/>
              </a:ext>
            </a:extLst>
          </p:cNvPr>
          <p:cNvSpPr/>
          <p:nvPr/>
        </p:nvSpPr>
        <p:spPr>
          <a:xfrm>
            <a:off x="9144000" y="3184386"/>
            <a:ext cx="7966955" cy="207568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sz="3600" b="1" dirty="0">
                <a:solidFill>
                  <a:schemeClr val="tx1"/>
                </a:solidFill>
              </a:rPr>
              <a:t>1111111</a:t>
            </a:r>
          </a:p>
          <a:p>
            <a:pPr algn="ctr"/>
            <a:r>
              <a:rPr lang="zh-TW" altLang="zh-TW" sz="3600" dirty="0">
                <a:solidFill>
                  <a:schemeClr val="tx1"/>
                </a:solidFill>
              </a:rPr>
              <a:t>Corner Orientation</a:t>
            </a:r>
          </a:p>
          <a:p>
            <a:pPr algn="ctr"/>
            <a:r>
              <a:rPr lang="zh-TW" altLang="zh-TW" sz="3600" dirty="0">
                <a:solidFill>
                  <a:schemeClr val="tx1"/>
                </a:solidFill>
              </a:rPr>
              <a:t>3⁶ = 729 states</a:t>
            </a: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CD5336BF-89B4-60B7-3884-1B28CAF6E645}"/>
              </a:ext>
            </a:extLst>
          </p:cNvPr>
          <p:cNvSpPr/>
          <p:nvPr/>
        </p:nvSpPr>
        <p:spPr>
          <a:xfrm>
            <a:off x="887882" y="5753100"/>
            <a:ext cx="16223074" cy="297960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sz="3600" dirty="0">
                <a:solidFill>
                  <a:schemeClr val="tx1"/>
                </a:solidFill>
              </a:rPr>
              <a:t>7! × 3⁶ = </a:t>
            </a:r>
            <a:r>
              <a:rPr lang="zh-TW" altLang="zh-TW" sz="3600" dirty="0">
                <a:solidFill>
                  <a:srgbClr val="FF0000"/>
                </a:solidFill>
              </a:rPr>
              <a:t>3,674,160 States</a:t>
            </a:r>
            <a:endParaRPr lang="en-US" altLang="zh-TW" sz="3600" dirty="0">
              <a:solidFill>
                <a:srgbClr val="FF0000"/>
              </a:solidFill>
            </a:endParaRPr>
          </a:p>
          <a:p>
            <a:pPr algn="ctr"/>
            <a:endParaRPr lang="zh-TW" altLang="zh-TW" sz="3600" dirty="0">
              <a:solidFill>
                <a:schemeClr val="tx1"/>
              </a:solidFill>
            </a:endParaRPr>
          </a:p>
          <a:p>
            <a:pPr algn="ctr"/>
            <a:r>
              <a:rPr lang="zh-TW" altLang="zh-TW" sz="3600" dirty="0">
                <a:solidFill>
                  <a:schemeClr val="tx1"/>
                </a:solidFill>
              </a:rPr>
              <a:t>p = Lehmer Rank　·　o = Base-3 Rank</a:t>
            </a:r>
          </a:p>
          <a:p>
            <a:pPr algn="ctr"/>
            <a:r>
              <a:rPr lang="zh-TW" altLang="zh-TW" sz="3600" b="1" dirty="0">
                <a:solidFill>
                  <a:schemeClr val="tx1"/>
                </a:solidFill>
              </a:rPr>
              <a:t>rank = p × 729 + o</a:t>
            </a: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6D7584A6-D925-569D-3A4E-3918D86E682D}"/>
              </a:ext>
            </a:extLst>
          </p:cNvPr>
          <p:cNvSpPr txBox="1"/>
          <p:nvPr/>
        </p:nvSpPr>
        <p:spPr>
          <a:xfrm>
            <a:off x="4572000" y="8926284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zh-TW" sz="3200" dirty="0"/>
              <a:t>Invariant: Sum of corner orientations ≡ 0 (mod 3)</a:t>
            </a:r>
            <a:endParaRPr lang="zh-TW" altLang="en-US" sz="3200" dirty="0"/>
          </a:p>
        </p:txBody>
      </p: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0E4E1064-3D01-9BBC-E743-F0B04D864D0B}"/>
              </a:ext>
            </a:extLst>
          </p:cNvPr>
          <p:cNvCxnSpPr>
            <a:cxnSpLocks/>
          </p:cNvCxnSpPr>
          <p:nvPr/>
        </p:nvCxnSpPr>
        <p:spPr>
          <a:xfrm>
            <a:off x="1160716" y="6972300"/>
            <a:ext cx="15679484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20816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8C0839-F541-A573-3781-E69F9D2ED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DFD464C5-972A-2ED9-0F7C-4051D8A25DED}"/>
              </a:ext>
            </a:extLst>
          </p:cNvPr>
          <p:cNvSpPr txBox="1"/>
          <p:nvPr/>
        </p:nvSpPr>
        <p:spPr>
          <a:xfrm>
            <a:off x="13168400" y="9191625"/>
            <a:ext cx="4166703" cy="457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  <a:spcBef>
                <a:spcPct val="0"/>
              </a:spcBef>
            </a:pPr>
            <a:r>
              <a:rPr lang="en-US" sz="2799" spc="167" dirty="0">
                <a:solidFill>
                  <a:srgbClr val="000000">
                    <a:alpha val="49804"/>
                  </a:srgbClr>
                </a:solidFill>
                <a:latin typeface="Open Sauce"/>
                <a:sym typeface="Open Sauce"/>
              </a:rPr>
              <a:t>4</a:t>
            </a:r>
          </a:p>
        </p:txBody>
      </p:sp>
      <p:sp>
        <p:nvSpPr>
          <p:cNvPr id="21" name="TextBox 2">
            <a:extLst>
              <a:ext uri="{FF2B5EF4-FFF2-40B4-BE49-F238E27FC236}">
                <a16:creationId xmlns:a16="http://schemas.microsoft.com/office/drawing/2014/main" id="{AE540FAD-0EF2-DE3A-DF0A-8EF03CD0EA3A}"/>
              </a:ext>
            </a:extLst>
          </p:cNvPr>
          <p:cNvSpPr txBox="1"/>
          <p:nvPr/>
        </p:nvSpPr>
        <p:spPr>
          <a:xfrm>
            <a:off x="1575592" y="775941"/>
            <a:ext cx="13512007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zh-TW" altLang="zh-TW" sz="4800" b="1" dirty="0"/>
              <a:t>Stage 1 — Cube Representation &amp; State Encoding</a:t>
            </a:r>
            <a:endParaRPr lang="en-US" sz="4800" b="1" spc="167" dirty="0">
              <a:ea typeface="Open Sauce"/>
              <a:cs typeface="Open Sauce"/>
              <a:sym typeface="Open Sauce"/>
            </a:endParaRPr>
          </a:p>
        </p:txBody>
      </p:sp>
      <p:sp>
        <p:nvSpPr>
          <p:cNvPr id="23" name="AutoShape 3">
            <a:extLst>
              <a:ext uri="{FF2B5EF4-FFF2-40B4-BE49-F238E27FC236}">
                <a16:creationId xmlns:a16="http://schemas.microsoft.com/office/drawing/2014/main" id="{284E876A-F3CB-87DC-FA8A-5EBCADAC4737}"/>
              </a:ext>
            </a:extLst>
          </p:cNvPr>
          <p:cNvSpPr/>
          <p:nvPr/>
        </p:nvSpPr>
        <p:spPr>
          <a:xfrm>
            <a:off x="1160716" y="794681"/>
            <a:ext cx="0" cy="691219"/>
          </a:xfrm>
          <a:prstGeom prst="line">
            <a:avLst/>
          </a:prstGeom>
          <a:ln w="76200" cap="flat">
            <a:solidFill>
              <a:srgbClr val="FF821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1C043F5B-F26E-56EB-A842-383CDCC583D8}"/>
              </a:ext>
            </a:extLst>
          </p:cNvPr>
          <p:cNvSpPr/>
          <p:nvPr/>
        </p:nvSpPr>
        <p:spPr>
          <a:xfrm>
            <a:off x="887881" y="2476499"/>
            <a:ext cx="7966955" cy="631158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zh-TW" sz="3600" dirty="0">
                <a:solidFill>
                  <a:schemeClr val="tx1"/>
                </a:solidFill>
              </a:rPr>
              <a:t>Host Memory Overhead</a:t>
            </a:r>
          </a:p>
          <a:p>
            <a:r>
              <a:rPr lang="zh-TW" altLang="zh-TW" sz="3600" b="1" dirty="0">
                <a:solidFill>
                  <a:srgbClr val="FF0000"/>
                </a:solidFill>
              </a:rPr>
              <a:t>80.18×</a:t>
            </a:r>
          </a:p>
          <a:p>
            <a:r>
              <a:rPr lang="zh-TW" altLang="zh-TW" sz="3600" dirty="0">
                <a:solidFill>
                  <a:schemeClr val="tx1"/>
                </a:solidFill>
              </a:rPr>
              <a:t>Host Bytes / Guest Byte</a:t>
            </a:r>
            <a:endParaRPr lang="en-US" altLang="zh-TW" sz="3600" dirty="0">
              <a:solidFill>
                <a:schemeClr val="tx1"/>
              </a:solidFill>
            </a:endParaRPr>
          </a:p>
          <a:p>
            <a:endParaRPr lang="zh-TW" altLang="zh-TW" sz="3600" dirty="0">
              <a:solidFill>
                <a:schemeClr val="tx1"/>
              </a:solidFill>
            </a:endParaRPr>
          </a:p>
          <a:p>
            <a:r>
              <a:rPr lang="zh-TW" altLang="zh-TW" sz="3600" dirty="0">
                <a:solidFill>
                  <a:schemeClr val="tx1"/>
                </a:solidFill>
              </a:rPr>
              <a:t>4 KiB vs 256 KiB</a:t>
            </a:r>
          </a:p>
          <a:p>
            <a:r>
              <a:rPr lang="zh-TW" altLang="zh-TW" sz="3600" dirty="0">
                <a:solidFill>
                  <a:schemeClr val="tx1"/>
                </a:solidFill>
              </a:rPr>
              <a:t>5 Runs · WorkingSet64</a:t>
            </a: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3054E894-2B64-A469-075E-10350CE6333E}"/>
              </a:ext>
            </a:extLst>
          </p:cNvPr>
          <p:cNvSpPr/>
          <p:nvPr/>
        </p:nvSpPr>
        <p:spPr>
          <a:xfrm>
            <a:off x="9144000" y="2476500"/>
            <a:ext cx="7966955" cy="631159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zh-TW" sz="4000" dirty="0">
                <a:solidFill>
                  <a:schemeClr val="tx1"/>
                </a:solidFill>
              </a:rPr>
              <a:t>RV32_ISS</a:t>
            </a:r>
            <a:r>
              <a:rPr lang="en-US" altLang="zh-TW" sz="4000" dirty="0">
                <a:solidFill>
                  <a:schemeClr val="tx1"/>
                </a:solidFill>
              </a:rPr>
              <a:t>:</a:t>
            </a:r>
            <a:endParaRPr lang="zh-TW" altLang="zh-TW" sz="4000" dirty="0">
              <a:solidFill>
                <a:schemeClr val="tx1"/>
              </a:solidFill>
            </a:endParaRPr>
          </a:p>
          <a:p>
            <a:r>
              <a:rPr lang="zh-TW" altLang="zh-TW" sz="3600" b="1" dirty="0">
                <a:solidFill>
                  <a:srgbClr val="FF0000"/>
                </a:solidFill>
              </a:rPr>
              <a:t>30.16M</a:t>
            </a:r>
            <a:r>
              <a:rPr lang="zh-TW" altLang="en-US" sz="3600" b="1" dirty="0">
                <a:solidFill>
                  <a:srgbClr val="FF0000"/>
                </a:solidFill>
              </a:rPr>
              <a:t> </a:t>
            </a:r>
            <a:r>
              <a:rPr lang="zh-TW" altLang="zh-TW" sz="3600" dirty="0">
                <a:solidFill>
                  <a:schemeClr val="tx1"/>
                </a:solidFill>
              </a:rPr>
              <a:t>instructions / second</a:t>
            </a:r>
            <a:endParaRPr lang="en-US" altLang="zh-TW" sz="3600" dirty="0">
              <a:solidFill>
                <a:schemeClr val="tx1"/>
              </a:solidFill>
            </a:endParaRPr>
          </a:p>
          <a:p>
            <a:endParaRPr lang="zh-TW" altLang="zh-TW" sz="3600" dirty="0">
              <a:solidFill>
                <a:schemeClr val="tx1"/>
              </a:solidFill>
            </a:endParaRPr>
          </a:p>
          <a:p>
            <a:r>
              <a:rPr lang="zh-TW" altLang="zh-TW" sz="4000" dirty="0">
                <a:solidFill>
                  <a:schemeClr val="tx1"/>
                </a:solidFill>
              </a:rPr>
              <a:t>RV32_5S</a:t>
            </a:r>
            <a:r>
              <a:rPr lang="en-US" altLang="zh-TW" sz="4000" dirty="0">
                <a:solidFill>
                  <a:schemeClr val="tx1"/>
                </a:solidFill>
              </a:rPr>
              <a:t>:</a:t>
            </a:r>
            <a:endParaRPr lang="zh-TW" altLang="zh-TW" sz="4000" dirty="0">
              <a:solidFill>
                <a:schemeClr val="tx1"/>
              </a:solidFill>
            </a:endParaRPr>
          </a:p>
          <a:p>
            <a:r>
              <a:rPr lang="zh-TW" altLang="zh-TW" sz="3600" b="1" dirty="0">
                <a:solidFill>
                  <a:srgbClr val="FF0000"/>
                </a:solidFill>
              </a:rPr>
              <a:t>0.181M</a:t>
            </a:r>
            <a:r>
              <a:rPr lang="zh-TW" altLang="en-US" sz="3600" b="1" dirty="0">
                <a:solidFill>
                  <a:srgbClr val="FF0000"/>
                </a:solidFill>
              </a:rPr>
              <a:t> </a:t>
            </a:r>
            <a:r>
              <a:rPr lang="zh-TW" altLang="zh-TW" sz="3600" dirty="0">
                <a:solidFill>
                  <a:schemeClr val="tx1"/>
                </a:solidFill>
              </a:rPr>
              <a:t>instructions / second</a:t>
            </a:r>
            <a:endParaRPr lang="en-US" altLang="zh-TW" sz="3600" dirty="0">
              <a:solidFill>
                <a:schemeClr val="tx1"/>
              </a:solidFill>
            </a:endParaRPr>
          </a:p>
          <a:p>
            <a:endParaRPr lang="zh-TW" altLang="zh-TW" sz="3600" dirty="0">
              <a:solidFill>
                <a:schemeClr val="tx1"/>
              </a:solidFill>
            </a:endParaRPr>
          </a:p>
          <a:p>
            <a:r>
              <a:rPr lang="zh-TW" altLang="zh-TW" sz="3600" dirty="0">
                <a:solidFill>
                  <a:schemeClr val="tx1"/>
                </a:solidFill>
              </a:rPr>
              <a:t>Validation: 0.326M inst/s</a:t>
            </a:r>
            <a:endParaRPr lang="en-US" altLang="zh-TW" sz="3600" dirty="0">
              <a:solidFill>
                <a:schemeClr val="tx1"/>
              </a:solidFill>
            </a:endParaRPr>
          </a:p>
          <a:p>
            <a:endParaRPr lang="zh-TW" altLang="zh-TW" sz="3600" dirty="0">
              <a:solidFill>
                <a:schemeClr val="tx1"/>
              </a:solidFill>
            </a:endParaRPr>
          </a:p>
          <a:p>
            <a:r>
              <a:rPr lang="zh-TW" altLang="zh-TW" sz="3600" dirty="0">
                <a:solidFill>
                  <a:schemeClr val="tx1"/>
                </a:solidFill>
              </a:rPr>
              <a:t>RV32_ISS: Higher Simulation Throughput</a:t>
            </a: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C62ED1A2-FEF1-0CA8-B131-AB53FE136B58}"/>
              </a:ext>
            </a:extLst>
          </p:cNvPr>
          <p:cNvSpPr txBox="1"/>
          <p:nvPr/>
        </p:nvSpPr>
        <p:spPr>
          <a:xfrm>
            <a:off x="3673236" y="9130725"/>
            <a:ext cx="10363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zh-TW" sz="3200" dirty="0"/>
              <a:t>Ripes v2.2.6 · Windows · Host-side Simulation Measurements</a:t>
            </a:r>
            <a:endParaRPr lang="zh-TW" altLang="en-US" sz="3200" dirty="0"/>
          </a:p>
        </p:txBody>
      </p:sp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53C57A46-C568-5299-1446-BD78B597D684}"/>
              </a:ext>
            </a:extLst>
          </p:cNvPr>
          <p:cNvCxnSpPr>
            <a:cxnSpLocks/>
          </p:cNvCxnSpPr>
          <p:nvPr/>
        </p:nvCxnSpPr>
        <p:spPr>
          <a:xfrm>
            <a:off x="9372600" y="4229100"/>
            <a:ext cx="74676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E121E671-E30E-83C2-4FE2-48DD647C5EF1}"/>
              </a:ext>
            </a:extLst>
          </p:cNvPr>
          <p:cNvCxnSpPr>
            <a:cxnSpLocks/>
          </p:cNvCxnSpPr>
          <p:nvPr/>
        </p:nvCxnSpPr>
        <p:spPr>
          <a:xfrm>
            <a:off x="9434600" y="5981700"/>
            <a:ext cx="74676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6A459D07-97D5-775E-7F6D-14E94752D65B}"/>
              </a:ext>
            </a:extLst>
          </p:cNvPr>
          <p:cNvCxnSpPr>
            <a:cxnSpLocks/>
          </p:cNvCxnSpPr>
          <p:nvPr/>
        </p:nvCxnSpPr>
        <p:spPr>
          <a:xfrm>
            <a:off x="9434600" y="7124700"/>
            <a:ext cx="74676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33048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1104</TotalTime>
  <Words>409</Words>
  <Application>Microsoft Office PowerPoint</Application>
  <PresentationFormat>自訂</PresentationFormat>
  <Paragraphs>76</Paragraphs>
  <Slides>5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1" baseType="lpstr">
      <vt:lpstr>Calibri</vt:lpstr>
      <vt:lpstr>Wingdings 2</vt:lpstr>
      <vt:lpstr>Open Sauce</vt:lpstr>
      <vt:lpstr>Arial</vt:lpstr>
      <vt:lpstr>Aptos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米色白色簡單現代商業公司介紹簡報</dc:title>
  <cp:lastModifiedBy>wang alan</cp:lastModifiedBy>
  <cp:revision>3</cp:revision>
  <dcterms:created xsi:type="dcterms:W3CDTF">2006-08-16T00:00:00Z</dcterms:created>
  <dcterms:modified xsi:type="dcterms:W3CDTF">2026-10-17T06:25:20Z</dcterms:modified>
  <dc:identifier>DAHWj70WTjM</dc:identifier>
</cp:coreProperties>
</file>